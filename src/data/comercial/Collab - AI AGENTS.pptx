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60" r:id="rId6"/>
    <p:sldMasterId id="214748367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Lst>
  <p:sldSz cy="5143500" cx="9144000"/>
  <p:notesSz cx="6858000" cy="9144000"/>
  <p:embeddedFontLst>
    <p:embeddedFont>
      <p:font typeface="Lato"/>
      <p:regular r:id="rId19"/>
      <p:bold r:id="rId20"/>
      <p:italic r:id="rId21"/>
      <p:boldItalic r:id="rId22"/>
    </p:embeddedFont>
    <p:embeddedFont>
      <p:font typeface="Tahoma"/>
      <p:regular r:id="rId23"/>
      <p:bold r:id="rId24"/>
    </p:embeddedFont>
    <p:embeddedFont>
      <p:font typeface="Nunito Sans"/>
      <p:regular r:id="rId25"/>
      <p:bold r:id="rId26"/>
      <p:italic r:id="rId27"/>
      <p:boldItalic r:id="rId28"/>
    </p:embeddedFont>
    <p:embeddedFont>
      <p:font typeface="Century Gothic"/>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3" roundtripDataSignature="AMtx7mhaXO7HDXuJugSsyhYYlPJks85m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48DE15-689D-4A5E-B242-09BCBF4B4687}">
  <a:tblStyle styleId="{0A48DE15-689D-4A5E-B242-09BCBF4B468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22" Type="http://schemas.openxmlformats.org/officeDocument/2006/relationships/font" Target="fonts/Lato-boldItalic.fntdata"/><Relationship Id="rId21" Type="http://schemas.openxmlformats.org/officeDocument/2006/relationships/font" Target="fonts/Lato-italic.fntdata"/><Relationship Id="rId24" Type="http://schemas.openxmlformats.org/officeDocument/2006/relationships/font" Target="fonts/Tahoma-bold.fntdata"/><Relationship Id="rId23" Type="http://schemas.openxmlformats.org/officeDocument/2006/relationships/font" Target="fonts/Tahom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NunitoSans-bold.fntdata"/><Relationship Id="rId25" Type="http://schemas.openxmlformats.org/officeDocument/2006/relationships/font" Target="fonts/NunitoSans-regular.fntdata"/><Relationship Id="rId28" Type="http://schemas.openxmlformats.org/officeDocument/2006/relationships/font" Target="fonts/NunitoSans-boldItalic.fntdata"/><Relationship Id="rId27" Type="http://schemas.openxmlformats.org/officeDocument/2006/relationships/font" Target="fonts/Nunito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CenturyGothic-regular.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CenturyGothic-italic.fntdata"/><Relationship Id="rId30" Type="http://schemas.openxmlformats.org/officeDocument/2006/relationships/font" Target="fonts/CenturyGothic-bold.fntdata"/><Relationship Id="rId11" Type="http://schemas.openxmlformats.org/officeDocument/2006/relationships/slide" Target="slides/slide3.xml"/><Relationship Id="rId33" Type="http://customschemas.google.com/relationships/presentationmetadata" Target="metadata"/><Relationship Id="rId10" Type="http://schemas.openxmlformats.org/officeDocument/2006/relationships/slide" Target="slides/slide2.xml"/><Relationship Id="rId32" Type="http://schemas.openxmlformats.org/officeDocument/2006/relationships/font" Target="fonts/CenturyGothic-boldItalic.fntdata"/><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font" Target="fonts/Lato-regular.fntdata"/><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4: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24: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53" name="Google Shape;25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3321b20aa_0_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g393321b20aa_0_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3321b20aa_0_1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g393321b20aa_0_1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93321b20aa_0_28: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g393321b20aa_0_2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76c59d471_0_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g3a76c59d471_0_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1467adb57_0_0: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91467adb57_0_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9" name="Shape 9"/>
        <p:cNvGrpSpPr/>
        <p:nvPr/>
      </p:nvGrpSpPr>
      <p:grpSpPr>
        <a:xfrm>
          <a:off x="0" y="0"/>
          <a:ext cx="0" cy="0"/>
          <a:chOff x="0" y="0"/>
          <a:chExt cx="0" cy="0"/>
        </a:xfrm>
      </p:grpSpPr>
      <p:pic>
        <p:nvPicPr>
          <p:cNvPr id="10" name="Google Shape;10;p40"/>
          <p:cNvPicPr preferRelativeResize="0"/>
          <p:nvPr/>
        </p:nvPicPr>
        <p:blipFill rotWithShape="1">
          <a:blip r:embed="rId2">
            <a:alphaModFix/>
          </a:blip>
          <a:srcRect b="0" l="9093" r="33534" t="0"/>
          <a:stretch/>
        </p:blipFill>
        <p:spPr>
          <a:xfrm flipH="1">
            <a:off x="4569100" y="-300"/>
            <a:ext cx="4594294" cy="5143504"/>
          </a:xfrm>
          <a:prstGeom prst="rect">
            <a:avLst/>
          </a:prstGeom>
          <a:noFill/>
          <a:ln>
            <a:noFill/>
          </a:ln>
        </p:spPr>
      </p:pic>
      <p:sp>
        <p:nvSpPr>
          <p:cNvPr id="11" name="Google Shape;11;p40"/>
          <p:cNvSpPr/>
          <p:nvPr>
            <p:ph idx="2" type="pic"/>
          </p:nvPr>
        </p:nvSpPr>
        <p:spPr>
          <a:xfrm>
            <a:off x="4139525" y="0"/>
            <a:ext cx="4572000" cy="5143500"/>
          </a:xfrm>
          <a:prstGeom prst="rect">
            <a:avLst/>
          </a:prstGeom>
          <a:noFill/>
          <a:ln>
            <a:noFill/>
          </a:ln>
        </p:spPr>
      </p:sp>
      <p:sp>
        <p:nvSpPr>
          <p:cNvPr id="12" name="Google Shape;12;p4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13" name="Google Shape;13;p40"/>
          <p:cNvPicPr preferRelativeResize="0"/>
          <p:nvPr/>
        </p:nvPicPr>
        <p:blipFill rotWithShape="1">
          <a:blip r:embed="rId3">
            <a:alphaModFix/>
          </a:blip>
          <a:srcRect b="0" l="0" r="0" t="0"/>
          <a:stretch/>
        </p:blipFill>
        <p:spPr>
          <a:xfrm>
            <a:off x="475750" y="337050"/>
            <a:ext cx="1299395" cy="454800"/>
          </a:xfrm>
          <a:prstGeom prst="rect">
            <a:avLst/>
          </a:prstGeom>
          <a:noFill/>
          <a:ln>
            <a:noFill/>
          </a:ln>
        </p:spPr>
      </p:pic>
      <p:pic>
        <p:nvPicPr>
          <p:cNvPr id="14" name="Google Shape;14;p40"/>
          <p:cNvPicPr preferRelativeResize="0"/>
          <p:nvPr/>
        </p:nvPicPr>
        <p:blipFill rotWithShape="1">
          <a:blip r:embed="rId4">
            <a:alphaModFix/>
          </a:blip>
          <a:srcRect b="0" l="0" r="0" t="0"/>
          <a:stretch/>
        </p:blipFill>
        <p:spPr>
          <a:xfrm>
            <a:off x="475750" y="3586725"/>
            <a:ext cx="1730200" cy="1038203"/>
          </a:xfrm>
          <a:prstGeom prst="rect">
            <a:avLst/>
          </a:prstGeom>
          <a:noFill/>
          <a:ln>
            <a:noFill/>
          </a:ln>
        </p:spPr>
      </p:pic>
      <p:sp>
        <p:nvSpPr>
          <p:cNvPr id="15" name="Google Shape;15;p40"/>
          <p:cNvSpPr/>
          <p:nvPr/>
        </p:nvSpPr>
        <p:spPr>
          <a:xfrm>
            <a:off x="4574900" y="-150"/>
            <a:ext cx="185400" cy="5143500"/>
          </a:xfrm>
          <a:prstGeom prst="rect">
            <a:avLst/>
          </a:prstGeom>
          <a:gradFill>
            <a:gsLst>
              <a:gs pos="0">
                <a:srgbClr val="000014">
                  <a:alpha val="33333"/>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 name="Google Shape;16;p40"/>
          <p:cNvSpPr/>
          <p:nvPr/>
        </p:nvSpPr>
        <p:spPr>
          <a:xfrm>
            <a:off x="-54200" y="1111618"/>
            <a:ext cx="4901100" cy="1837800"/>
          </a:xfrm>
          <a:prstGeom prst="rect">
            <a:avLst/>
          </a:prstGeom>
          <a:solidFill>
            <a:srgbClr val="F1BB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F1BB00"/>
        </a:solidFill>
      </p:bgPr>
    </p:bg>
    <p:spTree>
      <p:nvGrpSpPr>
        <p:cNvPr id="17" name="Shape 17"/>
        <p:cNvGrpSpPr/>
        <p:nvPr/>
      </p:nvGrpSpPr>
      <p:grpSpPr>
        <a:xfrm>
          <a:off x="0" y="0"/>
          <a:ext cx="0" cy="0"/>
          <a:chOff x="0" y="0"/>
          <a:chExt cx="0" cy="0"/>
        </a:xfrm>
      </p:grpSpPr>
      <p:sp>
        <p:nvSpPr>
          <p:cNvPr id="18" name="Google Shape;18;p50"/>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 name="Google Shape;19;p50"/>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50"/>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1"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21" name="Google Shape;21;p50"/>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Char char="▪"/>
              <a:defRPr i="0" sz="1400" u="none" cap="none" strike="noStrike">
                <a:solidFill>
                  <a:srgbClr val="666666"/>
                </a:solidFill>
                <a:latin typeface="Lato"/>
                <a:ea typeface="Lato"/>
                <a:cs typeface="Lato"/>
                <a:sym typeface="Lato"/>
              </a:defRPr>
            </a:lvl1pPr>
            <a:lvl2pPr indent="-317500" lvl="1" marL="914400" marR="0" algn="l">
              <a:lnSpc>
                <a:spcPct val="115000"/>
              </a:lnSpc>
              <a:spcBef>
                <a:spcPts val="0"/>
              </a:spcBef>
              <a:spcAft>
                <a:spcPts val="0"/>
              </a:spcAft>
              <a:buClr>
                <a:srgbClr val="CCCCCC"/>
              </a:buClr>
              <a:buSzPts val="1400"/>
              <a:buChar char="-"/>
              <a:defRPr i="0" sz="1400" u="none" cap="none" strike="noStrike">
                <a:solidFill>
                  <a:srgbClr val="666666"/>
                </a:solidFill>
              </a:defRPr>
            </a:lvl2pPr>
            <a:lvl3pPr indent="-317500" lvl="2" marL="1371600" marR="0" algn="l">
              <a:lnSpc>
                <a:spcPct val="115000"/>
              </a:lnSpc>
              <a:spcBef>
                <a:spcPts val="0"/>
              </a:spcBef>
              <a:spcAft>
                <a:spcPts val="0"/>
              </a:spcAft>
              <a:buClr>
                <a:srgbClr val="CCCCCC"/>
              </a:buClr>
              <a:buSzPts val="1400"/>
              <a:buChar char="-"/>
              <a:defRPr i="0" sz="1400" u="none" cap="none" strike="noStrike">
                <a:solidFill>
                  <a:srgbClr val="666666"/>
                </a:solidFill>
              </a:defRPr>
            </a:lvl3pPr>
            <a:lvl4pPr indent="-317500" lvl="3" marL="1828800" marR="0" algn="l">
              <a:lnSpc>
                <a:spcPct val="115000"/>
              </a:lnSpc>
              <a:spcBef>
                <a:spcPts val="0"/>
              </a:spcBef>
              <a:spcAft>
                <a:spcPts val="0"/>
              </a:spcAft>
              <a:buClr>
                <a:srgbClr val="CCCCCC"/>
              </a:buClr>
              <a:buSzPts val="1400"/>
              <a:buChar char="-"/>
              <a:defRPr i="0" sz="1400" u="none" cap="none" strike="noStrike">
                <a:solidFill>
                  <a:srgbClr val="666666"/>
                </a:solidFill>
              </a:defRPr>
            </a:lvl4pPr>
            <a:lvl5pPr indent="-317500" lvl="4" marL="2286000" marR="0" algn="l">
              <a:lnSpc>
                <a:spcPct val="115000"/>
              </a:lnSpc>
              <a:spcBef>
                <a:spcPts val="0"/>
              </a:spcBef>
              <a:spcAft>
                <a:spcPts val="0"/>
              </a:spcAft>
              <a:buClr>
                <a:srgbClr val="CCCCCC"/>
              </a:buClr>
              <a:buSzPts val="1400"/>
              <a:buChar char="-"/>
              <a:defRPr i="0" sz="1400" u="none" cap="none" strike="noStrike">
                <a:solidFill>
                  <a:srgbClr val="666666"/>
                </a:solidFill>
              </a:defRPr>
            </a:lvl5pPr>
            <a:lvl6pPr indent="-317500" lvl="5" marL="2743200" marR="0" algn="l">
              <a:lnSpc>
                <a:spcPct val="115000"/>
              </a:lnSpc>
              <a:spcBef>
                <a:spcPts val="0"/>
              </a:spcBef>
              <a:spcAft>
                <a:spcPts val="0"/>
              </a:spcAft>
              <a:buClr>
                <a:srgbClr val="CCCCCC"/>
              </a:buClr>
              <a:buSzPts val="1400"/>
              <a:buChar char="-"/>
              <a:defRPr i="0" sz="1400" u="none" cap="none" strike="noStrike">
                <a:solidFill>
                  <a:srgbClr val="666666"/>
                </a:solidFill>
              </a:defRPr>
            </a:lvl6pPr>
            <a:lvl7pPr indent="-317500" lvl="6" marL="3200400" marR="0" algn="l">
              <a:lnSpc>
                <a:spcPct val="115000"/>
              </a:lnSpc>
              <a:spcBef>
                <a:spcPts val="0"/>
              </a:spcBef>
              <a:spcAft>
                <a:spcPts val="0"/>
              </a:spcAft>
              <a:buClr>
                <a:srgbClr val="CCCCCC"/>
              </a:buClr>
              <a:buSzPts val="1400"/>
              <a:buChar char="-"/>
              <a:defRPr i="0" sz="1400" u="none" cap="none" strike="noStrike">
                <a:solidFill>
                  <a:srgbClr val="666666"/>
                </a:solidFill>
              </a:defRPr>
            </a:lvl7pPr>
            <a:lvl8pPr indent="-317500" lvl="7" marL="3657600" marR="0" algn="l">
              <a:lnSpc>
                <a:spcPct val="115000"/>
              </a:lnSpc>
              <a:spcBef>
                <a:spcPts val="0"/>
              </a:spcBef>
              <a:spcAft>
                <a:spcPts val="0"/>
              </a:spcAft>
              <a:buClr>
                <a:srgbClr val="CCCCCC"/>
              </a:buClr>
              <a:buSzPts val="1400"/>
              <a:buChar char="-"/>
              <a:defRPr i="0" sz="1400" u="none" cap="none" strike="noStrike">
                <a:solidFill>
                  <a:srgbClr val="666666"/>
                </a:solidFill>
              </a:defRPr>
            </a:lvl8pPr>
            <a:lvl9pPr indent="-317500" lvl="8" marL="4114800" marR="0" algn="l">
              <a:lnSpc>
                <a:spcPct val="115000"/>
              </a:lnSpc>
              <a:spcBef>
                <a:spcPts val="0"/>
              </a:spcBef>
              <a:spcAft>
                <a:spcPts val="0"/>
              </a:spcAft>
              <a:buClr>
                <a:srgbClr val="CCCCCC"/>
              </a:buClr>
              <a:buSzPts val="1400"/>
              <a:buChar char="-"/>
              <a:defRPr i="0" sz="1400" u="none" cap="none" strike="noStrike">
                <a:solidFill>
                  <a:srgbClr val="666666"/>
                </a:solidFill>
              </a:defRPr>
            </a:lvl9pPr>
          </a:lstStyle>
          <a:p/>
        </p:txBody>
      </p:sp>
      <p:sp>
        <p:nvSpPr>
          <p:cNvPr id="22" name="Google Shape;22;p50"/>
          <p:cNvSpPr txBox="1"/>
          <p:nvPr>
            <p:ph idx="12" type="sldNum"/>
          </p:nvPr>
        </p:nvSpPr>
        <p:spPr>
          <a:xfrm>
            <a:off x="8556784" y="-16208"/>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23" name="Google Shape;23;p50"/>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24" name="Google Shape;24;p50"/>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5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_1_1">
    <p:spTree>
      <p:nvGrpSpPr>
        <p:cNvPr id="27" name="Shape 27"/>
        <p:cNvGrpSpPr/>
        <p:nvPr/>
      </p:nvGrpSpPr>
      <p:grpSpPr>
        <a:xfrm>
          <a:off x="0" y="0"/>
          <a:ext cx="0" cy="0"/>
          <a:chOff x="0" y="0"/>
          <a:chExt cx="0" cy="0"/>
        </a:xfrm>
      </p:grpSpPr>
      <p:sp>
        <p:nvSpPr>
          <p:cNvPr id="28" name="Google Shape;28;p60"/>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60"/>
          <p:cNvSpPr/>
          <p:nvPr/>
        </p:nvSpPr>
        <p:spPr>
          <a:xfrm>
            <a:off x="4574903"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 name="Google Shape;30;p60"/>
          <p:cNvSpPr txBox="1"/>
          <p:nvPr>
            <p:ph type="title"/>
          </p:nvPr>
        </p:nvSpPr>
        <p:spPr>
          <a:xfrm>
            <a:off x="511425" y="575500"/>
            <a:ext cx="3517200" cy="973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666666"/>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31" name="Google Shape;31;p60"/>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60"/>
          <p:cNvSpPr txBox="1"/>
          <p:nvPr>
            <p:ph idx="1" type="body"/>
          </p:nvPr>
        </p:nvSpPr>
        <p:spPr>
          <a:xfrm>
            <a:off x="511425" y="1598600"/>
            <a:ext cx="3517200" cy="29577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600"/>
              </a:spcBef>
              <a:spcAft>
                <a:spcPts val="0"/>
              </a:spcAft>
              <a:buClr>
                <a:srgbClr val="F1BB00"/>
              </a:buClr>
              <a:buSzPts val="1800"/>
              <a:buFont typeface="Courier New"/>
              <a:buChar char="o"/>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_2">
    <p:spTree>
      <p:nvGrpSpPr>
        <p:cNvPr id="33" name="Shape 33"/>
        <p:cNvGrpSpPr/>
        <p:nvPr/>
      </p:nvGrpSpPr>
      <p:grpSpPr>
        <a:xfrm>
          <a:off x="0" y="0"/>
          <a:ext cx="0" cy="0"/>
          <a:chOff x="0" y="0"/>
          <a:chExt cx="0" cy="0"/>
        </a:xfrm>
      </p:grpSpPr>
      <p:sp>
        <p:nvSpPr>
          <p:cNvPr id="34" name="Google Shape;34;p61"/>
          <p:cNvSpPr/>
          <p:nvPr/>
        </p:nvSpPr>
        <p:spPr>
          <a:xfrm flipH="1">
            <a:off x="4568412"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61"/>
          <p:cNvSpPr txBox="1"/>
          <p:nvPr>
            <p:ph idx="1" type="subTitle"/>
          </p:nvPr>
        </p:nvSpPr>
        <p:spPr>
          <a:xfrm>
            <a:off x="646550" y="1989500"/>
            <a:ext cx="3246900" cy="2126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Clr>
                <a:srgbClr val="FFFFFF"/>
              </a:buClr>
              <a:buSzPts val="1400"/>
              <a:buFont typeface="Georgia"/>
              <a:buNone/>
              <a:defRPr b="0" i="1" sz="1400" u="none" cap="none" strike="noStrike">
                <a:solidFill>
                  <a:srgbClr val="FFFFFF"/>
                </a:solidFill>
                <a:latin typeface="Lato"/>
                <a:ea typeface="Lato"/>
                <a:cs typeface="Lato"/>
                <a:sym typeface="Lato"/>
              </a:defRPr>
            </a:lvl1pPr>
            <a:lvl2pPr lvl="1"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2pPr>
            <a:lvl3pPr lvl="2"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3pPr>
            <a:lvl4pPr lvl="3"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4pPr>
            <a:lvl5pPr lvl="4"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5pPr>
            <a:lvl6pPr lvl="5"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6pPr>
            <a:lvl7pPr lvl="6"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7pPr>
            <a:lvl8pPr lvl="7"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8pPr>
            <a:lvl9pPr lvl="8"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9pPr>
          </a:lstStyle>
          <a:p/>
        </p:txBody>
      </p:sp>
      <p:sp>
        <p:nvSpPr>
          <p:cNvPr id="36" name="Google Shape;36;p6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61"/>
          <p:cNvSpPr/>
          <p:nvPr/>
        </p:nvSpPr>
        <p:spPr>
          <a:xfrm flipH="1">
            <a:off x="4455300"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 name="Google Shape;38;p61"/>
          <p:cNvSpPr txBox="1"/>
          <p:nvPr>
            <p:ph idx="2" type="body"/>
          </p:nvPr>
        </p:nvSpPr>
        <p:spPr>
          <a:xfrm>
            <a:off x="5130225" y="1016000"/>
            <a:ext cx="3470700" cy="30999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F1BB00"/>
              </a:buClr>
              <a:buSzPts val="1800"/>
              <a:buFont typeface="Arial"/>
              <a:buAutoNum type="arabicPeriod"/>
              <a:defRPr b="0" i="0" sz="1800" u="none" cap="none" strike="noStrike">
                <a:solidFill>
                  <a:srgbClr val="666666"/>
                </a:solidFill>
                <a:latin typeface="Lato"/>
                <a:ea typeface="Lato"/>
                <a:cs typeface="Lato"/>
                <a:sym typeface="Lato"/>
              </a:defRPr>
            </a:lvl1pPr>
            <a:lvl2pPr indent="-317500" lvl="1" marL="914400" marR="0" algn="l">
              <a:lnSpc>
                <a:spcPct val="115000"/>
              </a:lnSpc>
              <a:spcBef>
                <a:spcPts val="1000"/>
              </a:spcBef>
              <a:spcAft>
                <a:spcPts val="0"/>
              </a:spcAft>
              <a:buClr>
                <a:srgbClr val="CCCCCC"/>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2pPr>
            <a:lvl3pPr indent="-317500" lvl="2" marL="1371600" marR="0" algn="l">
              <a:lnSpc>
                <a:spcPct val="115000"/>
              </a:lnSpc>
              <a:spcBef>
                <a:spcPts val="1000"/>
              </a:spcBef>
              <a:spcAft>
                <a:spcPts val="0"/>
              </a:spcAft>
              <a:buClr>
                <a:srgbClr val="CCCCCC"/>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3pPr>
            <a:lvl4pPr indent="-317500" lvl="3" marL="1828800" marR="0" algn="l">
              <a:lnSpc>
                <a:spcPct val="115000"/>
              </a:lnSpc>
              <a:spcBef>
                <a:spcPts val="1000"/>
              </a:spcBef>
              <a:spcAft>
                <a:spcPts val="0"/>
              </a:spcAft>
              <a:buClr>
                <a:srgbClr val="CCCCCC"/>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4pPr>
            <a:lvl5pPr indent="-317500" lvl="4" marL="22860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5pPr>
            <a:lvl6pPr indent="-317500" lvl="5" marL="2743200" marR="0" algn="l">
              <a:lnSpc>
                <a:spcPct val="115000"/>
              </a:lnSpc>
              <a:spcBef>
                <a:spcPts val="1000"/>
              </a:spcBef>
              <a:spcAft>
                <a:spcPts val="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6pPr>
            <a:lvl7pPr indent="-317500" lvl="6" marL="3200400" marR="0" algn="l">
              <a:lnSpc>
                <a:spcPct val="115000"/>
              </a:lnSpc>
              <a:spcBef>
                <a:spcPts val="1000"/>
              </a:spcBef>
              <a:spcAft>
                <a:spcPts val="0"/>
              </a:spcAft>
              <a:buClr>
                <a:srgbClr val="999999"/>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7pPr>
            <a:lvl8pPr indent="-317500" lvl="7" marL="36576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8pPr>
            <a:lvl9pPr indent="-317500" lvl="8" marL="4114800" marR="0" algn="l">
              <a:lnSpc>
                <a:spcPct val="115000"/>
              </a:lnSpc>
              <a:spcBef>
                <a:spcPts val="1000"/>
              </a:spcBef>
              <a:spcAft>
                <a:spcPts val="100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9pPr>
          </a:lstStyle>
          <a:p/>
        </p:txBody>
      </p:sp>
      <p:sp>
        <p:nvSpPr>
          <p:cNvPr id="39" name="Google Shape;39;p61"/>
          <p:cNvSpPr txBox="1"/>
          <p:nvPr>
            <p:ph type="title"/>
          </p:nvPr>
        </p:nvSpPr>
        <p:spPr>
          <a:xfrm>
            <a:off x="646573" y="1016000"/>
            <a:ext cx="3246900" cy="973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40" name="Shape 40"/>
        <p:cNvGrpSpPr/>
        <p:nvPr/>
      </p:nvGrpSpPr>
      <p:grpSpPr>
        <a:xfrm>
          <a:off x="0" y="0"/>
          <a:ext cx="0" cy="0"/>
          <a:chOff x="0" y="0"/>
          <a:chExt cx="0" cy="0"/>
        </a:xfrm>
      </p:grpSpPr>
      <p:sp>
        <p:nvSpPr>
          <p:cNvPr id="41" name="Google Shape;41;p62"/>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 name="Google Shape;42;p62"/>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62"/>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15000"/>
              </a:lnSpc>
              <a:spcBef>
                <a:spcPts val="600"/>
              </a:spcBef>
              <a:spcAft>
                <a:spcPts val="0"/>
              </a:spcAft>
              <a:buClr>
                <a:srgbClr val="CCCCCC"/>
              </a:buClr>
              <a:buSzPts val="2400"/>
              <a:buNone/>
              <a:defRPr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Char char="-"/>
              <a:defRPr sz="2400" u="none" cap="none" strike="noStrike">
                <a:solidFill>
                  <a:srgbClr val="666666"/>
                </a:solidFill>
              </a:defRPr>
            </a:lvl2pPr>
            <a:lvl3pPr indent="-381000" lvl="2" marL="1371600" marR="0" algn="ctr">
              <a:lnSpc>
                <a:spcPct val="115000"/>
              </a:lnSpc>
              <a:spcBef>
                <a:spcPts val="0"/>
              </a:spcBef>
              <a:spcAft>
                <a:spcPts val="0"/>
              </a:spcAft>
              <a:buClr>
                <a:srgbClr val="CCCCCC"/>
              </a:buClr>
              <a:buSzPts val="2400"/>
              <a:buChar char="-"/>
              <a:defRPr sz="2400" u="none" cap="none" strike="noStrike">
                <a:solidFill>
                  <a:srgbClr val="666666"/>
                </a:solidFill>
              </a:defRPr>
            </a:lvl3pPr>
            <a:lvl4pPr indent="-381000" lvl="3" marL="1828800" marR="0" algn="ctr">
              <a:lnSpc>
                <a:spcPct val="115000"/>
              </a:lnSpc>
              <a:spcBef>
                <a:spcPts val="0"/>
              </a:spcBef>
              <a:spcAft>
                <a:spcPts val="0"/>
              </a:spcAft>
              <a:buClr>
                <a:srgbClr val="CCCCCC"/>
              </a:buClr>
              <a:buSzPts val="2400"/>
              <a:buChar char="-"/>
              <a:defRPr sz="2400" u="none" cap="none" strike="noStrike">
                <a:solidFill>
                  <a:srgbClr val="666666"/>
                </a:solidFill>
              </a:defRPr>
            </a:lvl4pPr>
            <a:lvl5pPr indent="-381000" lvl="4" marL="2286000" marR="0" algn="ctr">
              <a:lnSpc>
                <a:spcPct val="115000"/>
              </a:lnSpc>
              <a:spcBef>
                <a:spcPts val="0"/>
              </a:spcBef>
              <a:spcAft>
                <a:spcPts val="0"/>
              </a:spcAft>
              <a:buClr>
                <a:srgbClr val="CCCCCC"/>
              </a:buClr>
              <a:buSzPts val="2400"/>
              <a:buChar char="-"/>
              <a:defRPr sz="2400" u="none" cap="none" strike="noStrike">
                <a:solidFill>
                  <a:srgbClr val="666666"/>
                </a:solidFill>
              </a:defRPr>
            </a:lvl5pPr>
            <a:lvl6pPr indent="-381000" lvl="5" marL="2743200" marR="0" algn="ctr">
              <a:lnSpc>
                <a:spcPct val="115000"/>
              </a:lnSpc>
              <a:spcBef>
                <a:spcPts val="0"/>
              </a:spcBef>
              <a:spcAft>
                <a:spcPts val="0"/>
              </a:spcAft>
              <a:buClr>
                <a:srgbClr val="CCCCCC"/>
              </a:buClr>
              <a:buSzPts val="2400"/>
              <a:buChar char="-"/>
              <a:defRPr sz="2400" u="none" cap="none" strike="noStrike">
                <a:solidFill>
                  <a:srgbClr val="666666"/>
                </a:solidFill>
              </a:defRPr>
            </a:lvl6pPr>
            <a:lvl7pPr indent="-381000" lvl="6" marL="3200400" marR="0" algn="ctr">
              <a:lnSpc>
                <a:spcPct val="115000"/>
              </a:lnSpc>
              <a:spcBef>
                <a:spcPts val="0"/>
              </a:spcBef>
              <a:spcAft>
                <a:spcPts val="0"/>
              </a:spcAft>
              <a:buClr>
                <a:srgbClr val="CCCCCC"/>
              </a:buClr>
              <a:buSzPts val="2400"/>
              <a:buChar char="-"/>
              <a:defRPr sz="2400" u="none" cap="none" strike="noStrike">
                <a:solidFill>
                  <a:srgbClr val="666666"/>
                </a:solidFill>
              </a:defRPr>
            </a:lvl7pPr>
            <a:lvl8pPr indent="-381000" lvl="7" marL="3657600" marR="0" algn="ctr">
              <a:lnSpc>
                <a:spcPct val="115000"/>
              </a:lnSpc>
              <a:spcBef>
                <a:spcPts val="0"/>
              </a:spcBef>
              <a:spcAft>
                <a:spcPts val="0"/>
              </a:spcAft>
              <a:buClr>
                <a:srgbClr val="CCCCCC"/>
              </a:buClr>
              <a:buSzPts val="2400"/>
              <a:buChar char="-"/>
              <a:defRPr sz="2400" u="none" cap="none" strike="noStrike">
                <a:solidFill>
                  <a:srgbClr val="666666"/>
                </a:solidFill>
              </a:defRPr>
            </a:lvl8pPr>
            <a:lvl9pPr indent="-381000" lvl="8" marL="4114800" marR="0" algn="ctr">
              <a:lnSpc>
                <a:spcPct val="115000"/>
              </a:lnSpc>
              <a:spcBef>
                <a:spcPts val="0"/>
              </a:spcBef>
              <a:spcAft>
                <a:spcPts val="0"/>
              </a:spcAft>
              <a:buClr>
                <a:srgbClr val="CCCCCC"/>
              </a:buClr>
              <a:buSzPts val="2400"/>
              <a:buChar char="-"/>
              <a:defRPr sz="2400" u="none" cap="none" strike="noStrike">
                <a:solidFill>
                  <a:srgbClr val="666666"/>
                </a:solidFill>
              </a:defRPr>
            </a:lvl9pPr>
          </a:lstStyle>
          <a:p/>
        </p:txBody>
      </p:sp>
      <p:sp>
        <p:nvSpPr>
          <p:cNvPr id="44" name="Google Shape;44;p62"/>
          <p:cNvSpPr txBox="1"/>
          <p:nvPr/>
        </p:nvSpPr>
        <p:spPr>
          <a:xfrm>
            <a:off x="3593400" y="227724"/>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0" i="0" lang="en-US" sz="7200" u="none" cap="none" strike="noStrike">
                <a:solidFill>
                  <a:srgbClr val="FFFFFF"/>
                </a:solidFill>
                <a:latin typeface="Nunito Sans"/>
                <a:ea typeface="Nunito Sans"/>
                <a:cs typeface="Nunito Sans"/>
                <a:sym typeface="Nunito Sans"/>
              </a:rPr>
              <a:t>“</a:t>
            </a:r>
            <a:endParaRPr b="0" i="0" sz="7200" u="none" cap="none" strike="noStrike">
              <a:solidFill>
                <a:srgbClr val="FFFFFF"/>
              </a:solidFill>
              <a:latin typeface="Nunito Sans"/>
              <a:ea typeface="Nunito Sans"/>
              <a:cs typeface="Nunito Sans"/>
              <a:sym typeface="Nunito Sans"/>
            </a:endParaRPr>
          </a:p>
        </p:txBody>
      </p:sp>
      <p:sp>
        <p:nvSpPr>
          <p:cNvPr id="45" name="Google Shape;45;p6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 + 3 columns">
    <p:spTree>
      <p:nvGrpSpPr>
        <p:cNvPr id="46" name="Shape 46"/>
        <p:cNvGrpSpPr/>
        <p:nvPr/>
      </p:nvGrpSpPr>
      <p:grpSpPr>
        <a:xfrm>
          <a:off x="0" y="0"/>
          <a:ext cx="0" cy="0"/>
          <a:chOff x="0" y="0"/>
          <a:chExt cx="0" cy="0"/>
        </a:xfrm>
      </p:grpSpPr>
      <p:sp>
        <p:nvSpPr>
          <p:cNvPr id="47" name="Google Shape;47;p63"/>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8" name="Google Shape;48;p63"/>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63"/>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50" name="Google Shape;50;p63"/>
          <p:cNvSpPr txBox="1"/>
          <p:nvPr>
            <p:ph idx="1" type="body"/>
          </p:nvPr>
        </p:nvSpPr>
        <p:spPr>
          <a:xfrm>
            <a:off x="3069325" y="575500"/>
            <a:ext cx="1789800" cy="39810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51" name="Google Shape;51;p63"/>
          <p:cNvSpPr txBox="1"/>
          <p:nvPr>
            <p:ph idx="2" type="body"/>
          </p:nvPr>
        </p:nvSpPr>
        <p:spPr>
          <a:xfrm>
            <a:off x="4951006" y="575500"/>
            <a:ext cx="1789800" cy="39810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52" name="Google Shape;52;p63"/>
          <p:cNvSpPr txBox="1"/>
          <p:nvPr>
            <p:ph idx="3" type="body"/>
          </p:nvPr>
        </p:nvSpPr>
        <p:spPr>
          <a:xfrm>
            <a:off x="6832686" y="575500"/>
            <a:ext cx="1789800" cy="39810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53" name="Google Shape;53;p6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left">
  <p:cSld name="TITLE_AND_BODY_1_1">
    <p:bg>
      <p:bgPr>
        <a:solidFill>
          <a:srgbClr val="F1BB00"/>
        </a:solidFill>
      </p:bgPr>
    </p:bg>
    <p:spTree>
      <p:nvGrpSpPr>
        <p:cNvPr id="54" name="Shape 54"/>
        <p:cNvGrpSpPr/>
        <p:nvPr/>
      </p:nvGrpSpPr>
      <p:grpSpPr>
        <a:xfrm>
          <a:off x="0" y="0"/>
          <a:ext cx="0" cy="0"/>
          <a:chOff x="0" y="0"/>
          <a:chExt cx="0" cy="0"/>
        </a:xfrm>
      </p:grpSpPr>
      <p:sp>
        <p:nvSpPr>
          <p:cNvPr id="55" name="Google Shape;55;p64"/>
          <p:cNvSpPr/>
          <p:nvPr/>
        </p:nvSpPr>
        <p:spPr>
          <a:xfrm flipH="1">
            <a:off x="-7125" y="0"/>
            <a:ext cx="2592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64"/>
          <p:cNvSpPr/>
          <p:nvPr/>
        </p:nvSpPr>
        <p:spPr>
          <a:xfrm>
            <a:off x="2585478"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 name="Google Shape;57;p64"/>
          <p:cNvSpPr txBox="1"/>
          <p:nvPr>
            <p:ph type="title"/>
          </p:nvPr>
        </p:nvSpPr>
        <p:spPr>
          <a:xfrm>
            <a:off x="234450" y="575500"/>
            <a:ext cx="2046300" cy="13641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666666"/>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58" name="Google Shape;58;p6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64"/>
          <p:cNvSpPr txBox="1"/>
          <p:nvPr>
            <p:ph idx="1" type="body"/>
          </p:nvPr>
        </p:nvSpPr>
        <p:spPr>
          <a:xfrm>
            <a:off x="234450" y="2004325"/>
            <a:ext cx="2046300" cy="25521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60" name="Shape 60"/>
        <p:cNvGrpSpPr/>
        <p:nvPr/>
      </p:nvGrpSpPr>
      <p:grpSpPr>
        <a:xfrm>
          <a:off x="0" y="0"/>
          <a:ext cx="0" cy="0"/>
          <a:chOff x="0" y="0"/>
          <a:chExt cx="0" cy="0"/>
        </a:xfrm>
      </p:grpSpPr>
      <p:sp>
        <p:nvSpPr>
          <p:cNvPr id="61" name="Google Shape;61;p65"/>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2" name="Google Shape;62;p65"/>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65"/>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381000" lvl="0" marL="457200" marR="0" algn="ctr">
              <a:lnSpc>
                <a:spcPct val="115000"/>
              </a:lnSpc>
              <a:spcBef>
                <a:spcPts val="600"/>
              </a:spcBef>
              <a:spcAft>
                <a:spcPts val="0"/>
              </a:spcAft>
              <a:buClr>
                <a:srgbClr val="CCCCCC"/>
              </a:buClr>
              <a:buSzPts val="2400"/>
              <a:buFont typeface="Georgia"/>
              <a:buChar char="▪"/>
              <a:defRPr b="0" i="1"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sp>
        <p:nvSpPr>
          <p:cNvPr id="64" name="Google Shape;64;p6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65" name="Shape 65"/>
        <p:cNvGrpSpPr/>
        <p:nvPr/>
      </p:nvGrpSpPr>
      <p:grpSpPr>
        <a:xfrm>
          <a:off x="0" y="0"/>
          <a:ext cx="0" cy="0"/>
          <a:chOff x="0" y="0"/>
          <a:chExt cx="0" cy="0"/>
        </a:xfrm>
      </p:grpSpPr>
      <p:sp>
        <p:nvSpPr>
          <p:cNvPr id="66" name="Google Shape;66;p66"/>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7" name="Google Shape;67;p66"/>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66"/>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69" name="Google Shape;69;p66"/>
          <p:cNvSpPr txBox="1"/>
          <p:nvPr>
            <p:ph idx="1" type="body"/>
          </p:nvPr>
        </p:nvSpPr>
        <p:spPr>
          <a:xfrm>
            <a:off x="3062200" y="575500"/>
            <a:ext cx="2730000" cy="3981000"/>
          </a:xfrm>
          <a:prstGeom prst="rect">
            <a:avLst/>
          </a:prstGeom>
          <a:noFill/>
          <a:ln>
            <a:noFill/>
          </a:ln>
        </p:spPr>
        <p:txBody>
          <a:bodyPr anchorCtr="0" anchor="t" bIns="91425" lIns="91425" spcFirstLastPara="1" rIns="91425" wrap="square" tIns="91425">
            <a:noAutofit/>
          </a:bodyPr>
          <a:lstStyle>
            <a:lvl1pPr indent="-333375" lvl="0" marL="457200" marR="0" algn="l">
              <a:lnSpc>
                <a:spcPct val="115000"/>
              </a:lnSpc>
              <a:spcBef>
                <a:spcPts val="600"/>
              </a:spcBef>
              <a:spcAft>
                <a:spcPts val="0"/>
              </a:spcAft>
              <a:buClr>
                <a:srgbClr val="F1BB00"/>
              </a:buClr>
              <a:buSzPts val="1650"/>
              <a:buFont typeface="Courier New"/>
              <a:buChar char="o"/>
              <a:defRPr b="0" i="0" sz="1100" u="none" cap="none" strike="noStrike">
                <a:solidFill>
                  <a:srgbClr val="666666"/>
                </a:solidFill>
                <a:latin typeface="Lato"/>
                <a:ea typeface="Lato"/>
                <a:cs typeface="Lato"/>
                <a:sym typeface="Lato"/>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70" name="Google Shape;70;p66"/>
          <p:cNvSpPr txBox="1"/>
          <p:nvPr>
            <p:ph idx="2" type="body"/>
          </p:nvPr>
        </p:nvSpPr>
        <p:spPr>
          <a:xfrm>
            <a:off x="5956701" y="575500"/>
            <a:ext cx="2730000" cy="3981000"/>
          </a:xfrm>
          <a:prstGeom prst="rect">
            <a:avLst/>
          </a:prstGeom>
          <a:noFill/>
          <a:ln>
            <a:noFill/>
          </a:ln>
        </p:spPr>
        <p:txBody>
          <a:bodyPr anchorCtr="0" anchor="t" bIns="91425" lIns="91425" spcFirstLastPara="1" rIns="91425" wrap="square" tIns="91425">
            <a:noAutofit/>
          </a:bodyPr>
          <a:lstStyle>
            <a:lvl1pPr indent="-333375" lvl="0" marL="457200" marR="0" algn="l">
              <a:lnSpc>
                <a:spcPct val="115000"/>
              </a:lnSpc>
              <a:spcBef>
                <a:spcPts val="600"/>
              </a:spcBef>
              <a:spcAft>
                <a:spcPts val="0"/>
              </a:spcAft>
              <a:buClr>
                <a:srgbClr val="F1BB00"/>
              </a:buClr>
              <a:buSzPts val="1650"/>
              <a:buFont typeface="Courier New"/>
              <a:buChar char="o"/>
              <a:defRPr b="0" i="0" sz="1100" u="none" cap="none" strike="noStrike">
                <a:solidFill>
                  <a:srgbClr val="666666"/>
                </a:solidFill>
                <a:latin typeface="Lato"/>
                <a:ea typeface="Lato"/>
                <a:cs typeface="Lato"/>
                <a:sym typeface="Lato"/>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71" name="Google Shape;71;p6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72" name="Shape 72"/>
        <p:cNvGrpSpPr/>
        <p:nvPr/>
      </p:nvGrpSpPr>
      <p:grpSpPr>
        <a:xfrm>
          <a:off x="0" y="0"/>
          <a:ext cx="0" cy="0"/>
          <a:chOff x="0" y="0"/>
          <a:chExt cx="0" cy="0"/>
        </a:xfrm>
      </p:grpSpPr>
      <p:sp>
        <p:nvSpPr>
          <p:cNvPr id="73" name="Google Shape;73;p6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p:txBody>
      </p:sp>
      <p:sp>
        <p:nvSpPr>
          <p:cNvPr id="74" name="Google Shape;74;p6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6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6" name="Google Shape;76;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cxnSp>
        <p:nvCxnSpPr>
          <p:cNvPr id="77" name="Google Shape;77;p67"/>
          <p:cNvCxnSpPr/>
          <p:nvPr/>
        </p:nvCxnSpPr>
        <p:spPr>
          <a:xfrm>
            <a:off x="0" y="0"/>
            <a:ext cx="0" cy="2571900"/>
          </a:xfrm>
          <a:prstGeom prst="straightConnector1">
            <a:avLst/>
          </a:prstGeom>
          <a:noFill/>
          <a:ln cap="flat" cmpd="sng" w="63500">
            <a:solidFill>
              <a:srgbClr val="FEBE10"/>
            </a:solidFill>
            <a:prstDash val="solid"/>
            <a:miter lim="800000"/>
            <a:headEnd len="sm" w="sm" type="none"/>
            <a:tailEnd len="sm" w="sm" type="none"/>
          </a:ln>
        </p:spPr>
      </p:cxnSp>
      <p:cxnSp>
        <p:nvCxnSpPr>
          <p:cNvPr id="78" name="Google Shape;78;p67"/>
          <p:cNvCxnSpPr/>
          <p:nvPr/>
        </p:nvCxnSpPr>
        <p:spPr>
          <a:xfrm>
            <a:off x="0" y="0"/>
            <a:ext cx="2802900" cy="0"/>
          </a:xfrm>
          <a:prstGeom prst="straightConnector1">
            <a:avLst/>
          </a:prstGeom>
          <a:noFill/>
          <a:ln cap="flat" cmpd="sng" w="63500">
            <a:solidFill>
              <a:srgbClr val="FEBE10"/>
            </a:solidFill>
            <a:prstDash val="solid"/>
            <a:miter lim="800000"/>
            <a:headEnd len="sm" w="sm" type="none"/>
            <a:tailEnd len="sm" w="sm" type="none"/>
          </a:ln>
        </p:spPr>
      </p:cxnSp>
      <p:pic>
        <p:nvPicPr>
          <p:cNvPr id="79" name="Google Shape;79;p67"/>
          <p:cNvPicPr preferRelativeResize="0"/>
          <p:nvPr/>
        </p:nvPicPr>
        <p:blipFill rotWithShape="1">
          <a:blip r:embed="rId2">
            <a:alphaModFix/>
          </a:blip>
          <a:srcRect b="0" l="0" r="0" t="0"/>
          <a:stretch/>
        </p:blipFill>
        <p:spPr>
          <a:xfrm>
            <a:off x="8170475" y="4358750"/>
            <a:ext cx="615574" cy="61530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84" name="Shape 84"/>
        <p:cNvGrpSpPr/>
        <p:nvPr/>
      </p:nvGrpSpPr>
      <p:grpSpPr>
        <a:xfrm>
          <a:off x="0" y="0"/>
          <a:ext cx="0" cy="0"/>
          <a:chOff x="0" y="0"/>
          <a:chExt cx="0" cy="0"/>
        </a:xfrm>
      </p:grpSpPr>
      <p:sp>
        <p:nvSpPr>
          <p:cNvPr id="85" name="Google Shape;85;p42"/>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6" name="Google Shape;86;p42"/>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2"/>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15000"/>
              </a:lnSpc>
              <a:spcBef>
                <a:spcPts val="600"/>
              </a:spcBef>
              <a:spcAft>
                <a:spcPts val="0"/>
              </a:spcAft>
              <a:buClr>
                <a:srgbClr val="CCCCCC"/>
              </a:buClr>
              <a:buSzPts val="2400"/>
              <a:buFont typeface="Georgia"/>
              <a:buNone/>
              <a:defRPr b="0" i="1"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pic>
        <p:nvPicPr>
          <p:cNvPr id="88" name="Google Shape;88;p42"/>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89" name="Google Shape;89;p42"/>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5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F1BB00"/>
        </a:solidFill>
      </p:bgPr>
    </p:bg>
    <p:spTree>
      <p:nvGrpSpPr>
        <p:cNvPr id="92" name="Shape 92"/>
        <p:cNvGrpSpPr/>
        <p:nvPr/>
      </p:nvGrpSpPr>
      <p:grpSpPr>
        <a:xfrm>
          <a:off x="0" y="0"/>
          <a:ext cx="0" cy="0"/>
          <a:chOff x="0" y="0"/>
          <a:chExt cx="0" cy="0"/>
        </a:xfrm>
      </p:grpSpPr>
      <p:sp>
        <p:nvSpPr>
          <p:cNvPr id="93" name="Google Shape;93;p53"/>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4" name="Google Shape;94;p53"/>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53"/>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96" name="Google Shape;96;p53"/>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Lato"/>
                <a:ea typeface="Lato"/>
                <a:cs typeface="Lato"/>
                <a:sym typeface="Lato"/>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97" name="Google Shape;97;p5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98" name="Google Shape;98;p53"/>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99" name="Google Shape;99;p53"/>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_1_1">
    <p:spTree>
      <p:nvGrpSpPr>
        <p:cNvPr id="100" name="Shape 100"/>
        <p:cNvGrpSpPr/>
        <p:nvPr/>
      </p:nvGrpSpPr>
      <p:grpSpPr>
        <a:xfrm>
          <a:off x="0" y="0"/>
          <a:ext cx="0" cy="0"/>
          <a:chOff x="0" y="0"/>
          <a:chExt cx="0" cy="0"/>
        </a:xfrm>
      </p:grpSpPr>
      <p:sp>
        <p:nvSpPr>
          <p:cNvPr id="101" name="Google Shape;101;p54"/>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4"/>
          <p:cNvSpPr/>
          <p:nvPr/>
        </p:nvSpPr>
        <p:spPr>
          <a:xfrm>
            <a:off x="4574903"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 name="Google Shape;103;p54"/>
          <p:cNvSpPr txBox="1"/>
          <p:nvPr>
            <p:ph type="title"/>
          </p:nvPr>
        </p:nvSpPr>
        <p:spPr>
          <a:xfrm>
            <a:off x="511425" y="575500"/>
            <a:ext cx="3517200" cy="973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104" name="Google Shape;104;p54"/>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05" name="Google Shape;105;p54"/>
          <p:cNvSpPr txBox="1"/>
          <p:nvPr>
            <p:ph idx="1" type="body"/>
          </p:nvPr>
        </p:nvSpPr>
        <p:spPr>
          <a:xfrm>
            <a:off x="511425" y="1598600"/>
            <a:ext cx="3517200" cy="29577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06" name="Shape 106"/>
        <p:cNvGrpSpPr/>
        <p:nvPr/>
      </p:nvGrpSpPr>
      <p:grpSpPr>
        <a:xfrm>
          <a:off x="0" y="0"/>
          <a:ext cx="0" cy="0"/>
          <a:chOff x="0" y="0"/>
          <a:chExt cx="0" cy="0"/>
        </a:xfrm>
      </p:grpSpPr>
      <p:sp>
        <p:nvSpPr>
          <p:cNvPr id="107" name="Google Shape;107;p104"/>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04"/>
          <p:cNvSpPr txBox="1"/>
          <p:nvPr>
            <p:ph type="ctrTitle"/>
          </p:nvPr>
        </p:nvSpPr>
        <p:spPr>
          <a:xfrm>
            <a:off x="468925" y="2387250"/>
            <a:ext cx="3636600" cy="2259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67031"/>
              </a:buClr>
              <a:buSzPts val="3000"/>
              <a:buFont typeface="Nunito Sans"/>
              <a:buNone/>
              <a:defRPr b="1" i="0" sz="30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9pPr>
          </a:lstStyle>
          <a:p/>
        </p:txBody>
      </p:sp>
      <p:sp>
        <p:nvSpPr>
          <p:cNvPr id="109" name="Google Shape;109;p104"/>
          <p:cNvSpPr/>
          <p:nvPr/>
        </p:nvSpPr>
        <p:spPr>
          <a:xfrm>
            <a:off x="4574900" y="-150"/>
            <a:ext cx="185400" cy="5143500"/>
          </a:xfrm>
          <a:prstGeom prst="rect">
            <a:avLst/>
          </a:prstGeom>
          <a:gradFill>
            <a:gsLst>
              <a:gs pos="0">
                <a:srgbClr val="000014">
                  <a:alpha val="48627"/>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_2">
    <p:spTree>
      <p:nvGrpSpPr>
        <p:cNvPr id="110" name="Shape 110"/>
        <p:cNvGrpSpPr/>
        <p:nvPr/>
      </p:nvGrpSpPr>
      <p:grpSpPr>
        <a:xfrm>
          <a:off x="0" y="0"/>
          <a:ext cx="0" cy="0"/>
          <a:chOff x="0" y="0"/>
          <a:chExt cx="0" cy="0"/>
        </a:xfrm>
      </p:grpSpPr>
      <p:sp>
        <p:nvSpPr>
          <p:cNvPr id="111" name="Google Shape;111;p105"/>
          <p:cNvSpPr/>
          <p:nvPr/>
        </p:nvSpPr>
        <p:spPr>
          <a:xfrm flipH="1">
            <a:off x="4568412"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05"/>
          <p:cNvSpPr txBox="1"/>
          <p:nvPr>
            <p:ph idx="1" type="subTitle"/>
          </p:nvPr>
        </p:nvSpPr>
        <p:spPr>
          <a:xfrm>
            <a:off x="646550" y="1989500"/>
            <a:ext cx="3246900" cy="2126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Clr>
                <a:srgbClr val="FFFFFF"/>
              </a:buClr>
              <a:buSzPts val="1400"/>
              <a:buFont typeface="Georgia"/>
              <a:buNone/>
              <a:defRPr b="0" i="1" sz="1400" u="none" cap="none" strike="noStrike">
                <a:solidFill>
                  <a:srgbClr val="FFFFFF"/>
                </a:solidFill>
                <a:latin typeface="Lato"/>
                <a:ea typeface="Lato"/>
                <a:cs typeface="Lato"/>
                <a:sym typeface="Lato"/>
              </a:defRPr>
            </a:lvl1pPr>
            <a:lvl2pPr lvl="1"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2pPr>
            <a:lvl3pPr lvl="2"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3pPr>
            <a:lvl4pPr lvl="3"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4pPr>
            <a:lvl5pPr lvl="4"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5pPr>
            <a:lvl6pPr lvl="5"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6pPr>
            <a:lvl7pPr lvl="6"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7pPr>
            <a:lvl8pPr lvl="7"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8pPr>
            <a:lvl9pPr lvl="8"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9pPr>
          </a:lstStyle>
          <a:p/>
        </p:txBody>
      </p:sp>
      <p:sp>
        <p:nvSpPr>
          <p:cNvPr id="113" name="Google Shape;113;p10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105"/>
          <p:cNvSpPr/>
          <p:nvPr/>
        </p:nvSpPr>
        <p:spPr>
          <a:xfrm flipH="1">
            <a:off x="4455300"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5" name="Google Shape;115;p105"/>
          <p:cNvSpPr txBox="1"/>
          <p:nvPr>
            <p:ph idx="2" type="body"/>
          </p:nvPr>
        </p:nvSpPr>
        <p:spPr>
          <a:xfrm>
            <a:off x="5130225" y="1016000"/>
            <a:ext cx="3470700" cy="30999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F1BB00"/>
              </a:buClr>
              <a:buSzPts val="1800"/>
              <a:buFont typeface="Nunito Sans"/>
              <a:buAutoNum type="arabicPeriod"/>
              <a:defRPr b="0" i="0" sz="1800" u="none" cap="none" strike="noStrike">
                <a:solidFill>
                  <a:srgbClr val="666666"/>
                </a:solidFill>
                <a:latin typeface="Lato"/>
                <a:ea typeface="Lato"/>
                <a:cs typeface="Lato"/>
                <a:sym typeface="Lato"/>
              </a:defRPr>
            </a:lvl1pPr>
            <a:lvl2pPr indent="-317500" lvl="1" marL="914400" marR="0" algn="l">
              <a:lnSpc>
                <a:spcPct val="115000"/>
              </a:lnSpc>
              <a:spcBef>
                <a:spcPts val="1000"/>
              </a:spcBef>
              <a:spcAft>
                <a:spcPts val="0"/>
              </a:spcAft>
              <a:buClr>
                <a:srgbClr val="CCCCCC"/>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2pPr>
            <a:lvl3pPr indent="-317500" lvl="2" marL="1371600" marR="0" algn="l">
              <a:lnSpc>
                <a:spcPct val="115000"/>
              </a:lnSpc>
              <a:spcBef>
                <a:spcPts val="1000"/>
              </a:spcBef>
              <a:spcAft>
                <a:spcPts val="0"/>
              </a:spcAft>
              <a:buClr>
                <a:srgbClr val="CCCCCC"/>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3pPr>
            <a:lvl4pPr indent="-317500" lvl="3" marL="1828800" marR="0" algn="l">
              <a:lnSpc>
                <a:spcPct val="115000"/>
              </a:lnSpc>
              <a:spcBef>
                <a:spcPts val="1000"/>
              </a:spcBef>
              <a:spcAft>
                <a:spcPts val="0"/>
              </a:spcAft>
              <a:buClr>
                <a:srgbClr val="CCCCCC"/>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4pPr>
            <a:lvl5pPr indent="-317500" lvl="4" marL="22860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5pPr>
            <a:lvl6pPr indent="-317500" lvl="5" marL="2743200" marR="0" algn="l">
              <a:lnSpc>
                <a:spcPct val="115000"/>
              </a:lnSpc>
              <a:spcBef>
                <a:spcPts val="1000"/>
              </a:spcBef>
              <a:spcAft>
                <a:spcPts val="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6pPr>
            <a:lvl7pPr indent="-317500" lvl="6" marL="3200400" marR="0" algn="l">
              <a:lnSpc>
                <a:spcPct val="115000"/>
              </a:lnSpc>
              <a:spcBef>
                <a:spcPts val="1000"/>
              </a:spcBef>
              <a:spcAft>
                <a:spcPts val="0"/>
              </a:spcAft>
              <a:buClr>
                <a:srgbClr val="999999"/>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7pPr>
            <a:lvl8pPr indent="-317500" lvl="7" marL="36576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8pPr>
            <a:lvl9pPr indent="-317500" lvl="8" marL="4114800" marR="0" algn="l">
              <a:lnSpc>
                <a:spcPct val="115000"/>
              </a:lnSpc>
              <a:spcBef>
                <a:spcPts val="1000"/>
              </a:spcBef>
              <a:spcAft>
                <a:spcPts val="100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9pPr>
          </a:lstStyle>
          <a:p/>
        </p:txBody>
      </p:sp>
      <p:sp>
        <p:nvSpPr>
          <p:cNvPr id="116" name="Google Shape;116;p105"/>
          <p:cNvSpPr txBox="1"/>
          <p:nvPr>
            <p:ph type="title"/>
          </p:nvPr>
        </p:nvSpPr>
        <p:spPr>
          <a:xfrm>
            <a:off x="646573" y="1016000"/>
            <a:ext cx="3246900" cy="973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 + 3 columns">
    <p:spTree>
      <p:nvGrpSpPr>
        <p:cNvPr id="117" name="Shape 117"/>
        <p:cNvGrpSpPr/>
        <p:nvPr/>
      </p:nvGrpSpPr>
      <p:grpSpPr>
        <a:xfrm>
          <a:off x="0" y="0"/>
          <a:ext cx="0" cy="0"/>
          <a:chOff x="0" y="0"/>
          <a:chExt cx="0" cy="0"/>
        </a:xfrm>
      </p:grpSpPr>
      <p:sp>
        <p:nvSpPr>
          <p:cNvPr id="118" name="Google Shape;118;p106"/>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9" name="Google Shape;119;p106"/>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06"/>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1"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21" name="Google Shape;121;p106"/>
          <p:cNvSpPr txBox="1"/>
          <p:nvPr>
            <p:ph idx="1" type="body"/>
          </p:nvPr>
        </p:nvSpPr>
        <p:spPr>
          <a:xfrm>
            <a:off x="3069325"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2" name="Google Shape;122;p106"/>
          <p:cNvSpPr txBox="1"/>
          <p:nvPr>
            <p:ph idx="2" type="body"/>
          </p:nvPr>
        </p:nvSpPr>
        <p:spPr>
          <a:xfrm>
            <a:off x="495100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3" name="Google Shape;123;p106"/>
          <p:cNvSpPr txBox="1"/>
          <p:nvPr>
            <p:ph idx="3" type="body"/>
          </p:nvPr>
        </p:nvSpPr>
        <p:spPr>
          <a:xfrm>
            <a:off x="683268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24" name="Google Shape;124;p106"/>
          <p:cNvSpPr txBox="1"/>
          <p:nvPr>
            <p:ph idx="12" type="sldNum"/>
          </p:nvPr>
        </p:nvSpPr>
        <p:spPr>
          <a:xfrm>
            <a:off x="8556784" y="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125" name="Google Shape;125;p10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26" name="Google Shape;126;p10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left">
  <p:cSld name="TITLE_AND_BODY_1_1">
    <p:bg>
      <p:bgPr>
        <a:solidFill>
          <a:srgbClr val="F1BB00"/>
        </a:solidFill>
      </p:bgPr>
    </p:bg>
    <p:spTree>
      <p:nvGrpSpPr>
        <p:cNvPr id="127" name="Shape 127"/>
        <p:cNvGrpSpPr/>
        <p:nvPr/>
      </p:nvGrpSpPr>
      <p:grpSpPr>
        <a:xfrm>
          <a:off x="0" y="0"/>
          <a:ext cx="0" cy="0"/>
          <a:chOff x="0" y="0"/>
          <a:chExt cx="0" cy="0"/>
        </a:xfrm>
      </p:grpSpPr>
      <p:sp>
        <p:nvSpPr>
          <p:cNvPr id="128" name="Google Shape;128;p107"/>
          <p:cNvSpPr/>
          <p:nvPr/>
        </p:nvSpPr>
        <p:spPr>
          <a:xfrm flipH="1">
            <a:off x="-7125" y="0"/>
            <a:ext cx="2592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07"/>
          <p:cNvSpPr/>
          <p:nvPr/>
        </p:nvSpPr>
        <p:spPr>
          <a:xfrm>
            <a:off x="2585478"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0" name="Google Shape;130;p107"/>
          <p:cNvSpPr txBox="1"/>
          <p:nvPr>
            <p:ph type="title"/>
          </p:nvPr>
        </p:nvSpPr>
        <p:spPr>
          <a:xfrm>
            <a:off x="234450" y="575500"/>
            <a:ext cx="2046300" cy="13641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131" name="Google Shape;131;p10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107"/>
          <p:cNvSpPr txBox="1"/>
          <p:nvPr>
            <p:ph idx="1" type="body"/>
          </p:nvPr>
        </p:nvSpPr>
        <p:spPr>
          <a:xfrm>
            <a:off x="234450" y="2004325"/>
            <a:ext cx="2046300" cy="25521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133" name="Shape 133"/>
        <p:cNvGrpSpPr/>
        <p:nvPr/>
      </p:nvGrpSpPr>
      <p:grpSpPr>
        <a:xfrm>
          <a:off x="0" y="0"/>
          <a:ext cx="0" cy="0"/>
          <a:chOff x="0" y="0"/>
          <a:chExt cx="0" cy="0"/>
        </a:xfrm>
      </p:grpSpPr>
      <p:sp>
        <p:nvSpPr>
          <p:cNvPr id="134" name="Google Shape;134;p108"/>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5" name="Google Shape;135;p108"/>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08"/>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381000" lvl="0" marL="457200" marR="0" algn="ctr">
              <a:lnSpc>
                <a:spcPct val="115000"/>
              </a:lnSpc>
              <a:spcBef>
                <a:spcPts val="60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sp>
        <p:nvSpPr>
          <p:cNvPr id="137" name="Google Shape;137;p10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38" name="Shape 138"/>
        <p:cNvGrpSpPr/>
        <p:nvPr/>
      </p:nvGrpSpPr>
      <p:grpSpPr>
        <a:xfrm>
          <a:off x="0" y="0"/>
          <a:ext cx="0" cy="0"/>
          <a:chOff x="0" y="0"/>
          <a:chExt cx="0" cy="0"/>
        </a:xfrm>
      </p:grpSpPr>
      <p:sp>
        <p:nvSpPr>
          <p:cNvPr id="139" name="Google Shape;139;p109"/>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0" name="Google Shape;140;p109"/>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09"/>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42" name="Google Shape;142;p109"/>
          <p:cNvSpPr txBox="1"/>
          <p:nvPr>
            <p:ph idx="1" type="body"/>
          </p:nvPr>
        </p:nvSpPr>
        <p:spPr>
          <a:xfrm>
            <a:off x="3062200"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143" name="Google Shape;143;p109"/>
          <p:cNvSpPr txBox="1"/>
          <p:nvPr>
            <p:ph idx="2" type="body"/>
          </p:nvPr>
        </p:nvSpPr>
        <p:spPr>
          <a:xfrm>
            <a:off x="5956701"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144" name="Google Shape;144;p10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49" name="Shape 149"/>
        <p:cNvGrpSpPr/>
        <p:nvPr/>
      </p:nvGrpSpPr>
      <p:grpSpPr>
        <a:xfrm>
          <a:off x="0" y="0"/>
          <a:ext cx="0" cy="0"/>
          <a:chOff x="0" y="0"/>
          <a:chExt cx="0" cy="0"/>
        </a:xfrm>
      </p:grpSpPr>
      <p:sp>
        <p:nvSpPr>
          <p:cNvPr id="150" name="Google Shape;150;p56"/>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1" name="Google Shape;151;p56"/>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6"/>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228600" lvl="0" marL="457200" marR="0" algn="ctr">
              <a:lnSpc>
                <a:spcPct val="115000"/>
              </a:lnSpc>
              <a:spcBef>
                <a:spcPts val="600"/>
              </a:spcBef>
              <a:spcAft>
                <a:spcPts val="0"/>
              </a:spcAft>
              <a:buClr>
                <a:srgbClr val="CCCCCC"/>
              </a:buClr>
              <a:buSzPts val="2400"/>
              <a:buFont typeface="Georgia"/>
              <a:buNone/>
              <a:defRPr b="0" i="1" sz="2400" u="none" cap="none" strike="noStrike">
                <a:solidFill>
                  <a:srgbClr val="666666"/>
                </a:solidFill>
                <a:latin typeface="Lato"/>
                <a:ea typeface="Lato"/>
                <a:cs typeface="Lato"/>
                <a:sym typeface="Lato"/>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pic>
        <p:nvPicPr>
          <p:cNvPr id="153" name="Google Shape;153;p5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54" name="Google Shape;154;p5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5" name="Shape 155"/>
        <p:cNvGrpSpPr/>
        <p:nvPr/>
      </p:nvGrpSpPr>
      <p:grpSpPr>
        <a:xfrm>
          <a:off x="0" y="0"/>
          <a:ext cx="0" cy="0"/>
          <a:chOff x="0" y="0"/>
          <a:chExt cx="0" cy="0"/>
        </a:xfrm>
      </p:grpSpPr>
      <p:sp>
        <p:nvSpPr>
          <p:cNvPr id="156" name="Google Shape;156;p57"/>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157" name="Shape 157"/>
        <p:cNvGrpSpPr/>
        <p:nvPr/>
      </p:nvGrpSpPr>
      <p:grpSpPr>
        <a:xfrm>
          <a:off x="0" y="0"/>
          <a:ext cx="0" cy="0"/>
          <a:chOff x="0" y="0"/>
          <a:chExt cx="0" cy="0"/>
        </a:xfrm>
      </p:grpSpPr>
      <p:sp>
        <p:nvSpPr>
          <p:cNvPr id="158" name="Google Shape;158;p58"/>
          <p:cNvSpPr/>
          <p:nvPr/>
        </p:nvSpPr>
        <p:spPr>
          <a:xfrm>
            <a:off x="0" y="4434879"/>
            <a:ext cx="9144000" cy="708660"/>
          </a:xfrm>
          <a:custGeom>
            <a:rect b="b" l="l" r="r" t="t"/>
            <a:pathLst>
              <a:path extrusionOk="0" h="708660" w="9144000">
                <a:moveTo>
                  <a:pt x="0" y="708619"/>
                </a:moveTo>
                <a:lnTo>
                  <a:pt x="9144000" y="708619"/>
                </a:lnTo>
                <a:lnTo>
                  <a:pt x="9144000" y="0"/>
                </a:lnTo>
                <a:lnTo>
                  <a:pt x="0" y="0"/>
                </a:lnTo>
                <a:lnTo>
                  <a:pt x="0" y="708619"/>
                </a:lnTo>
                <a:close/>
              </a:path>
            </a:pathLst>
          </a:custGeom>
          <a:solidFill>
            <a:srgbClr val="F1BB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p58"/>
          <p:cNvSpPr/>
          <p:nvPr/>
        </p:nvSpPr>
        <p:spPr>
          <a:xfrm>
            <a:off x="0" y="0"/>
            <a:ext cx="9144635" cy="4435475"/>
          </a:xfrm>
          <a:custGeom>
            <a:rect b="b" l="l" r="r" t="t"/>
            <a:pathLst>
              <a:path extrusionOk="0" h="4435475" w="9144635">
                <a:moveTo>
                  <a:pt x="9144074" y="0"/>
                </a:moveTo>
                <a:lnTo>
                  <a:pt x="0" y="0"/>
                </a:lnTo>
                <a:lnTo>
                  <a:pt x="0" y="4434879"/>
                </a:lnTo>
                <a:lnTo>
                  <a:pt x="9144074" y="4434879"/>
                </a:lnTo>
                <a:lnTo>
                  <a:pt x="914407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60" name="Google Shape;160;p58"/>
          <p:cNvPicPr preferRelativeResize="0"/>
          <p:nvPr/>
        </p:nvPicPr>
        <p:blipFill rotWithShape="1">
          <a:blip r:embed="rId2">
            <a:alphaModFix/>
          </a:blip>
          <a:srcRect b="0" l="0" r="0" t="0"/>
          <a:stretch/>
        </p:blipFill>
        <p:spPr>
          <a:xfrm>
            <a:off x="0" y="4319015"/>
            <a:ext cx="9144000" cy="118871"/>
          </a:xfrm>
          <a:prstGeom prst="rect">
            <a:avLst/>
          </a:prstGeom>
          <a:noFill/>
          <a:ln>
            <a:noFill/>
          </a:ln>
        </p:spPr>
      </p:pic>
      <p:pic>
        <p:nvPicPr>
          <p:cNvPr id="161" name="Google Shape;161;p58"/>
          <p:cNvPicPr preferRelativeResize="0"/>
          <p:nvPr/>
        </p:nvPicPr>
        <p:blipFill rotWithShape="1">
          <a:blip r:embed="rId3">
            <a:alphaModFix/>
          </a:blip>
          <a:srcRect b="0" l="0" r="0" t="0"/>
          <a:stretch/>
        </p:blipFill>
        <p:spPr>
          <a:xfrm>
            <a:off x="341375" y="4520183"/>
            <a:ext cx="1301496" cy="457200"/>
          </a:xfrm>
          <a:prstGeom prst="rect">
            <a:avLst/>
          </a:prstGeom>
          <a:noFill/>
          <a:ln>
            <a:noFill/>
          </a:ln>
        </p:spPr>
      </p:pic>
      <p:pic>
        <p:nvPicPr>
          <p:cNvPr id="162" name="Google Shape;162;p58"/>
          <p:cNvPicPr preferRelativeResize="0"/>
          <p:nvPr/>
        </p:nvPicPr>
        <p:blipFill rotWithShape="1">
          <a:blip r:embed="rId4">
            <a:alphaModFix/>
          </a:blip>
          <a:srcRect b="0" l="0" r="0" t="0"/>
          <a:stretch/>
        </p:blipFill>
        <p:spPr>
          <a:xfrm>
            <a:off x="7835972" y="4451088"/>
            <a:ext cx="850850" cy="510511"/>
          </a:xfrm>
          <a:prstGeom prst="rect">
            <a:avLst/>
          </a:prstGeom>
          <a:noFill/>
          <a:ln>
            <a:noFill/>
          </a:ln>
        </p:spPr>
      </p:pic>
      <p:sp>
        <p:nvSpPr>
          <p:cNvPr id="163" name="Google Shape;163;p58"/>
          <p:cNvSpPr txBox="1"/>
          <p:nvPr>
            <p:ph type="title"/>
          </p:nvPr>
        </p:nvSpPr>
        <p:spPr>
          <a:xfrm>
            <a:off x="2879092" y="615188"/>
            <a:ext cx="3385800" cy="299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1" sz="1800">
                <a:solidFill>
                  <a:srgbClr val="F1C232"/>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58"/>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5" name="Google Shape;165;p58"/>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6" name="Google Shape;166;p58"/>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7" name="Google Shape;167;p58"/>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8" name="Google Shape;168;p58"/>
          <p:cNvSpPr txBox="1"/>
          <p:nvPr>
            <p:ph idx="12" type="sldNum"/>
          </p:nvPr>
        </p:nvSpPr>
        <p:spPr>
          <a:xfrm>
            <a:off x="6583680" y="4783455"/>
            <a:ext cx="2103000" cy="2772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solidFill>
          <a:srgbClr val="F1BB00"/>
        </a:solidFill>
      </p:bgPr>
    </p:bg>
    <p:spTree>
      <p:nvGrpSpPr>
        <p:cNvPr id="169" name="Shape 169"/>
        <p:cNvGrpSpPr/>
        <p:nvPr/>
      </p:nvGrpSpPr>
      <p:grpSpPr>
        <a:xfrm>
          <a:off x="0" y="0"/>
          <a:ext cx="0" cy="0"/>
          <a:chOff x="0" y="0"/>
          <a:chExt cx="0" cy="0"/>
        </a:xfrm>
      </p:grpSpPr>
      <p:sp>
        <p:nvSpPr>
          <p:cNvPr id="170" name="Google Shape;170;p96"/>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71" name="Google Shape;171;p96"/>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96"/>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73" name="Google Shape;173;p96"/>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Lato"/>
                <a:ea typeface="Lato"/>
                <a:cs typeface="Lato"/>
                <a:sym typeface="Lato"/>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174" name="Google Shape;174;p9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175" name="Google Shape;175;p96"/>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176" name="Google Shape;176;p96"/>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77" name="Shape 177"/>
        <p:cNvGrpSpPr/>
        <p:nvPr/>
      </p:nvGrpSpPr>
      <p:grpSpPr>
        <a:xfrm>
          <a:off x="0" y="0"/>
          <a:ext cx="0" cy="0"/>
          <a:chOff x="0" y="0"/>
          <a:chExt cx="0" cy="0"/>
        </a:xfrm>
      </p:grpSpPr>
      <p:sp>
        <p:nvSpPr>
          <p:cNvPr id="178" name="Google Shape;178;p97"/>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97"/>
          <p:cNvSpPr txBox="1"/>
          <p:nvPr>
            <p:ph type="ctrTitle"/>
          </p:nvPr>
        </p:nvSpPr>
        <p:spPr>
          <a:xfrm>
            <a:off x="468925" y="2387250"/>
            <a:ext cx="3636600" cy="2259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67031"/>
              </a:buClr>
              <a:buSzPts val="3000"/>
              <a:buFont typeface="Nunito Sans"/>
              <a:buNone/>
              <a:defRPr b="1" i="0" sz="30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3000"/>
              <a:buFont typeface="Nunito Sans"/>
              <a:buNone/>
              <a:defRPr b="1" i="0" sz="3000" u="none" cap="none" strike="noStrike">
                <a:solidFill>
                  <a:srgbClr val="F67031"/>
                </a:solidFill>
                <a:latin typeface="Nunito Sans"/>
                <a:ea typeface="Nunito Sans"/>
                <a:cs typeface="Nunito Sans"/>
                <a:sym typeface="Nunito Sans"/>
              </a:defRPr>
            </a:lvl9pPr>
          </a:lstStyle>
          <a:p/>
        </p:txBody>
      </p:sp>
      <p:sp>
        <p:nvSpPr>
          <p:cNvPr id="180" name="Google Shape;180;p97"/>
          <p:cNvSpPr/>
          <p:nvPr/>
        </p:nvSpPr>
        <p:spPr>
          <a:xfrm>
            <a:off x="4574900" y="-150"/>
            <a:ext cx="185400" cy="5143500"/>
          </a:xfrm>
          <a:prstGeom prst="rect">
            <a:avLst/>
          </a:prstGeom>
          <a:gradFill>
            <a:gsLst>
              <a:gs pos="0">
                <a:srgbClr val="000014">
                  <a:alpha val="48627"/>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half">
  <p:cSld name="TITLE_AND_BODY_1_1_1">
    <p:spTree>
      <p:nvGrpSpPr>
        <p:cNvPr id="181" name="Shape 181"/>
        <p:cNvGrpSpPr/>
        <p:nvPr/>
      </p:nvGrpSpPr>
      <p:grpSpPr>
        <a:xfrm>
          <a:off x="0" y="0"/>
          <a:ext cx="0" cy="0"/>
          <a:chOff x="0" y="0"/>
          <a:chExt cx="0" cy="0"/>
        </a:xfrm>
      </p:grpSpPr>
      <p:sp>
        <p:nvSpPr>
          <p:cNvPr id="182" name="Google Shape;182;p98"/>
          <p:cNvSpPr/>
          <p:nvPr/>
        </p:nvSpPr>
        <p:spPr>
          <a:xfrm flipH="1">
            <a:off x="-688"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98"/>
          <p:cNvSpPr/>
          <p:nvPr/>
        </p:nvSpPr>
        <p:spPr>
          <a:xfrm>
            <a:off x="4574903"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4" name="Google Shape;184;p98"/>
          <p:cNvSpPr txBox="1"/>
          <p:nvPr>
            <p:ph type="title"/>
          </p:nvPr>
        </p:nvSpPr>
        <p:spPr>
          <a:xfrm>
            <a:off x="511425" y="575500"/>
            <a:ext cx="3517200" cy="9735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185" name="Google Shape;185;p98"/>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86" name="Google Shape;186;p98"/>
          <p:cNvSpPr txBox="1"/>
          <p:nvPr>
            <p:ph idx="1" type="body"/>
          </p:nvPr>
        </p:nvSpPr>
        <p:spPr>
          <a:xfrm>
            <a:off x="511425" y="1598600"/>
            <a:ext cx="3517200" cy="29577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_2">
    <p:spTree>
      <p:nvGrpSpPr>
        <p:cNvPr id="187" name="Shape 187"/>
        <p:cNvGrpSpPr/>
        <p:nvPr/>
      </p:nvGrpSpPr>
      <p:grpSpPr>
        <a:xfrm>
          <a:off x="0" y="0"/>
          <a:ext cx="0" cy="0"/>
          <a:chOff x="0" y="0"/>
          <a:chExt cx="0" cy="0"/>
        </a:xfrm>
      </p:grpSpPr>
      <p:sp>
        <p:nvSpPr>
          <p:cNvPr id="188" name="Google Shape;188;p99"/>
          <p:cNvSpPr/>
          <p:nvPr/>
        </p:nvSpPr>
        <p:spPr>
          <a:xfrm flipH="1">
            <a:off x="4568412" y="0"/>
            <a:ext cx="4575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99"/>
          <p:cNvSpPr txBox="1"/>
          <p:nvPr>
            <p:ph idx="1" type="subTitle"/>
          </p:nvPr>
        </p:nvSpPr>
        <p:spPr>
          <a:xfrm>
            <a:off x="646550" y="1989500"/>
            <a:ext cx="3246900" cy="2126400"/>
          </a:xfrm>
          <a:prstGeom prst="rect">
            <a:avLst/>
          </a:prstGeom>
          <a:noFill/>
          <a:ln>
            <a:noFill/>
          </a:ln>
        </p:spPr>
        <p:txBody>
          <a:bodyPr anchorCtr="0" anchor="t" bIns="91425" lIns="91425" spcFirstLastPara="1" rIns="91425" wrap="square" tIns="91425">
            <a:noAutofit/>
          </a:bodyPr>
          <a:lstStyle>
            <a:lvl1pPr lvl="0" marR="0" algn="l">
              <a:lnSpc>
                <a:spcPct val="115000"/>
              </a:lnSpc>
              <a:spcBef>
                <a:spcPts val="0"/>
              </a:spcBef>
              <a:spcAft>
                <a:spcPts val="0"/>
              </a:spcAft>
              <a:buClr>
                <a:srgbClr val="FFFFFF"/>
              </a:buClr>
              <a:buSzPts val="1400"/>
              <a:buFont typeface="Georgia"/>
              <a:buNone/>
              <a:defRPr b="0" i="1" sz="1400" u="none" cap="none" strike="noStrike">
                <a:solidFill>
                  <a:srgbClr val="FFFFFF"/>
                </a:solidFill>
                <a:latin typeface="Lato"/>
                <a:ea typeface="Lato"/>
                <a:cs typeface="Lato"/>
                <a:sym typeface="Lato"/>
              </a:defRPr>
            </a:lvl1pPr>
            <a:lvl2pPr lvl="1"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2pPr>
            <a:lvl3pPr lvl="2"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3pPr>
            <a:lvl4pPr lvl="3"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4pPr>
            <a:lvl5pPr lvl="4"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5pPr>
            <a:lvl6pPr lvl="5"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6pPr>
            <a:lvl7pPr lvl="6"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7pPr>
            <a:lvl8pPr lvl="7"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8pPr>
            <a:lvl9pPr lvl="8" marR="0" algn="l">
              <a:lnSpc>
                <a:spcPct val="115000"/>
              </a:lnSpc>
              <a:spcBef>
                <a:spcPts val="0"/>
              </a:spcBef>
              <a:spcAft>
                <a:spcPts val="0"/>
              </a:spcAft>
              <a:buClr>
                <a:srgbClr val="FFFFFF"/>
              </a:buClr>
              <a:buSzPts val="3000"/>
              <a:buFont typeface="Georgia"/>
              <a:buNone/>
              <a:defRPr b="0" i="1" sz="3000" u="none" cap="none" strike="noStrike">
                <a:solidFill>
                  <a:srgbClr val="FFFFFF"/>
                </a:solidFill>
                <a:latin typeface="Georgia"/>
                <a:ea typeface="Georgia"/>
                <a:cs typeface="Georgia"/>
                <a:sym typeface="Georgia"/>
              </a:defRPr>
            </a:lvl9pPr>
          </a:lstStyle>
          <a:p/>
        </p:txBody>
      </p:sp>
      <p:sp>
        <p:nvSpPr>
          <p:cNvPr id="190" name="Google Shape;190;p9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191" name="Google Shape;191;p99"/>
          <p:cNvSpPr/>
          <p:nvPr/>
        </p:nvSpPr>
        <p:spPr>
          <a:xfrm flipH="1">
            <a:off x="4455300"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2" name="Google Shape;192;p99"/>
          <p:cNvSpPr txBox="1"/>
          <p:nvPr>
            <p:ph idx="2" type="body"/>
          </p:nvPr>
        </p:nvSpPr>
        <p:spPr>
          <a:xfrm>
            <a:off x="5130225" y="1016000"/>
            <a:ext cx="3470700" cy="30999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F1BB00"/>
              </a:buClr>
              <a:buSzPts val="1800"/>
              <a:buFont typeface="Nunito Sans"/>
              <a:buAutoNum type="arabicPeriod"/>
              <a:defRPr b="0" i="0" sz="1800" u="none" cap="none" strike="noStrike">
                <a:solidFill>
                  <a:srgbClr val="666666"/>
                </a:solidFill>
                <a:latin typeface="Lato"/>
                <a:ea typeface="Lato"/>
                <a:cs typeface="Lato"/>
                <a:sym typeface="Lato"/>
              </a:defRPr>
            </a:lvl1pPr>
            <a:lvl2pPr indent="-317500" lvl="1" marL="914400" marR="0" algn="l">
              <a:lnSpc>
                <a:spcPct val="115000"/>
              </a:lnSpc>
              <a:spcBef>
                <a:spcPts val="1000"/>
              </a:spcBef>
              <a:spcAft>
                <a:spcPts val="0"/>
              </a:spcAft>
              <a:buClr>
                <a:srgbClr val="CCCCCC"/>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2pPr>
            <a:lvl3pPr indent="-317500" lvl="2" marL="1371600" marR="0" algn="l">
              <a:lnSpc>
                <a:spcPct val="115000"/>
              </a:lnSpc>
              <a:spcBef>
                <a:spcPts val="1000"/>
              </a:spcBef>
              <a:spcAft>
                <a:spcPts val="0"/>
              </a:spcAft>
              <a:buClr>
                <a:srgbClr val="CCCCCC"/>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3pPr>
            <a:lvl4pPr indent="-317500" lvl="3" marL="1828800" marR="0" algn="l">
              <a:lnSpc>
                <a:spcPct val="115000"/>
              </a:lnSpc>
              <a:spcBef>
                <a:spcPts val="1000"/>
              </a:spcBef>
              <a:spcAft>
                <a:spcPts val="0"/>
              </a:spcAft>
              <a:buClr>
                <a:srgbClr val="CCCCCC"/>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4pPr>
            <a:lvl5pPr indent="-317500" lvl="4" marL="22860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5pPr>
            <a:lvl6pPr indent="-317500" lvl="5" marL="2743200" marR="0" algn="l">
              <a:lnSpc>
                <a:spcPct val="115000"/>
              </a:lnSpc>
              <a:spcBef>
                <a:spcPts val="1000"/>
              </a:spcBef>
              <a:spcAft>
                <a:spcPts val="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6pPr>
            <a:lvl7pPr indent="-317500" lvl="6" marL="3200400" marR="0" algn="l">
              <a:lnSpc>
                <a:spcPct val="115000"/>
              </a:lnSpc>
              <a:spcBef>
                <a:spcPts val="1000"/>
              </a:spcBef>
              <a:spcAft>
                <a:spcPts val="0"/>
              </a:spcAft>
              <a:buClr>
                <a:srgbClr val="999999"/>
              </a:buClr>
              <a:buSzPts val="1400"/>
              <a:buFont typeface="Nunito Sans"/>
              <a:buAutoNum type="arabicPeriod"/>
              <a:defRPr b="0" i="0" sz="1400" u="none" cap="none" strike="noStrike">
                <a:solidFill>
                  <a:srgbClr val="999999"/>
                </a:solidFill>
                <a:latin typeface="Nunito Sans"/>
                <a:ea typeface="Nunito Sans"/>
                <a:cs typeface="Nunito Sans"/>
                <a:sym typeface="Nunito Sans"/>
              </a:defRPr>
            </a:lvl7pPr>
            <a:lvl8pPr indent="-317500" lvl="7" marL="3657600" marR="0" algn="l">
              <a:lnSpc>
                <a:spcPct val="115000"/>
              </a:lnSpc>
              <a:spcBef>
                <a:spcPts val="1000"/>
              </a:spcBef>
              <a:spcAft>
                <a:spcPts val="0"/>
              </a:spcAft>
              <a:buClr>
                <a:srgbClr val="999999"/>
              </a:buClr>
              <a:buSzPts val="1400"/>
              <a:buFont typeface="Nunito Sans"/>
              <a:buAutoNum type="alphaLcPeriod"/>
              <a:defRPr b="0" i="0" sz="1400" u="none" cap="none" strike="noStrike">
                <a:solidFill>
                  <a:srgbClr val="999999"/>
                </a:solidFill>
                <a:latin typeface="Nunito Sans"/>
                <a:ea typeface="Nunito Sans"/>
                <a:cs typeface="Nunito Sans"/>
                <a:sym typeface="Nunito Sans"/>
              </a:defRPr>
            </a:lvl8pPr>
            <a:lvl9pPr indent="-317500" lvl="8" marL="4114800" marR="0" algn="l">
              <a:lnSpc>
                <a:spcPct val="115000"/>
              </a:lnSpc>
              <a:spcBef>
                <a:spcPts val="1000"/>
              </a:spcBef>
              <a:spcAft>
                <a:spcPts val="1000"/>
              </a:spcAft>
              <a:buClr>
                <a:srgbClr val="999999"/>
              </a:buClr>
              <a:buSzPts val="1400"/>
              <a:buFont typeface="Nunito Sans"/>
              <a:buAutoNum type="romanLcPeriod"/>
              <a:defRPr b="0" i="0" sz="1400" u="none" cap="none" strike="noStrike">
                <a:solidFill>
                  <a:srgbClr val="999999"/>
                </a:solidFill>
                <a:latin typeface="Nunito Sans"/>
                <a:ea typeface="Nunito Sans"/>
                <a:cs typeface="Nunito Sans"/>
                <a:sym typeface="Nunito Sans"/>
              </a:defRPr>
            </a:lvl9pPr>
          </a:lstStyle>
          <a:p/>
        </p:txBody>
      </p:sp>
      <p:sp>
        <p:nvSpPr>
          <p:cNvPr id="193" name="Google Shape;193;p99"/>
          <p:cNvSpPr txBox="1"/>
          <p:nvPr>
            <p:ph type="title"/>
          </p:nvPr>
        </p:nvSpPr>
        <p:spPr>
          <a:xfrm>
            <a:off x="646573" y="1016000"/>
            <a:ext cx="3246900" cy="9735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 + 3 columns">
    <p:spTree>
      <p:nvGrpSpPr>
        <p:cNvPr id="194" name="Shape 194"/>
        <p:cNvGrpSpPr/>
        <p:nvPr/>
      </p:nvGrpSpPr>
      <p:grpSpPr>
        <a:xfrm>
          <a:off x="0" y="0"/>
          <a:ext cx="0" cy="0"/>
          <a:chOff x="0" y="0"/>
          <a:chExt cx="0" cy="0"/>
        </a:xfrm>
      </p:grpSpPr>
      <p:sp>
        <p:nvSpPr>
          <p:cNvPr id="195" name="Google Shape;195;p100"/>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6" name="Google Shape;196;p100"/>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00"/>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1" i="0" sz="2400" u="none" cap="none" strike="noStrike">
                <a:solidFill>
                  <a:srgbClr val="FFFFFF"/>
                </a:solidFill>
                <a:latin typeface="Lato"/>
                <a:ea typeface="Lato"/>
                <a:cs typeface="Lato"/>
                <a:sym typeface="Lato"/>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98" name="Google Shape;198;p100"/>
          <p:cNvSpPr txBox="1"/>
          <p:nvPr>
            <p:ph idx="1" type="body"/>
          </p:nvPr>
        </p:nvSpPr>
        <p:spPr>
          <a:xfrm>
            <a:off x="3069325"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199" name="Google Shape;199;p100"/>
          <p:cNvSpPr txBox="1"/>
          <p:nvPr>
            <p:ph idx="2" type="body"/>
          </p:nvPr>
        </p:nvSpPr>
        <p:spPr>
          <a:xfrm>
            <a:off x="495100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200" name="Google Shape;200;p100"/>
          <p:cNvSpPr txBox="1"/>
          <p:nvPr>
            <p:ph idx="3" type="body"/>
          </p:nvPr>
        </p:nvSpPr>
        <p:spPr>
          <a:xfrm>
            <a:off x="6832686" y="575500"/>
            <a:ext cx="1789800" cy="3666600"/>
          </a:xfrm>
          <a:prstGeom prst="rect">
            <a:avLst/>
          </a:prstGeom>
          <a:noFill/>
          <a:ln>
            <a:noFill/>
          </a:ln>
        </p:spPr>
        <p:txBody>
          <a:bodyPr anchorCtr="0" anchor="t" bIns="91425" lIns="91425" spcFirstLastPara="1" rIns="91425" wrap="square" tIns="91425">
            <a:noAutofit/>
          </a:bodyPr>
          <a:lstStyle>
            <a:lvl1pPr indent="-285750" lvl="0" marL="457200" marR="0" algn="l">
              <a:lnSpc>
                <a:spcPct val="115000"/>
              </a:lnSpc>
              <a:spcBef>
                <a:spcPts val="600"/>
              </a:spcBef>
              <a:spcAft>
                <a:spcPts val="0"/>
              </a:spcAft>
              <a:buClr>
                <a:srgbClr val="CCCCCC"/>
              </a:buClr>
              <a:buSzPts val="900"/>
              <a:buFont typeface="Nunito Sans"/>
              <a:buChar char="▪"/>
              <a:defRPr b="0" i="0" sz="900" u="none" cap="none" strike="noStrike">
                <a:solidFill>
                  <a:srgbClr val="666666"/>
                </a:solidFill>
                <a:latin typeface="Lato"/>
                <a:ea typeface="Lato"/>
                <a:cs typeface="Lato"/>
                <a:sym typeface="Lato"/>
              </a:defRPr>
            </a:lvl1pPr>
            <a:lvl2pPr indent="-285750" lvl="1" marL="914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2pPr>
            <a:lvl3pPr indent="-285750" lvl="2" marL="1371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3pPr>
            <a:lvl4pPr indent="-285750" lvl="3" marL="1828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4pPr>
            <a:lvl5pPr indent="-285750" lvl="4" marL="22860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5pPr>
            <a:lvl6pPr indent="-285750" lvl="5" marL="27432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6pPr>
            <a:lvl7pPr indent="-285750" lvl="6" marL="32004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7pPr>
            <a:lvl8pPr indent="-285750" lvl="7" marL="36576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8pPr>
            <a:lvl9pPr indent="-285750" lvl="8" marL="4114800" marR="0" algn="l">
              <a:lnSpc>
                <a:spcPct val="115000"/>
              </a:lnSpc>
              <a:spcBef>
                <a:spcPts val="0"/>
              </a:spcBef>
              <a:spcAft>
                <a:spcPts val="0"/>
              </a:spcAft>
              <a:buClr>
                <a:srgbClr val="CCCCCC"/>
              </a:buClr>
              <a:buSzPts val="900"/>
              <a:buFont typeface="Nunito Sans"/>
              <a:buChar char="-"/>
              <a:defRPr b="0" i="0" sz="900" u="none" cap="none" strike="noStrike">
                <a:solidFill>
                  <a:srgbClr val="666666"/>
                </a:solidFill>
                <a:latin typeface="Nunito Sans"/>
                <a:ea typeface="Nunito Sans"/>
                <a:cs typeface="Nunito Sans"/>
                <a:sym typeface="Nunito Sans"/>
              </a:defRPr>
            </a:lvl9pPr>
          </a:lstStyle>
          <a:p/>
        </p:txBody>
      </p:sp>
      <p:sp>
        <p:nvSpPr>
          <p:cNvPr id="201" name="Google Shape;201;p100"/>
          <p:cNvSpPr txBox="1"/>
          <p:nvPr>
            <p:ph idx="12" type="sldNum"/>
          </p:nvPr>
        </p:nvSpPr>
        <p:spPr>
          <a:xfrm>
            <a:off x="8556784" y="0"/>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pic>
        <p:nvPicPr>
          <p:cNvPr id="202" name="Google Shape;202;p100"/>
          <p:cNvPicPr preferRelativeResize="0"/>
          <p:nvPr/>
        </p:nvPicPr>
        <p:blipFill rotWithShape="1">
          <a:blip r:embed="rId2">
            <a:alphaModFix/>
          </a:blip>
          <a:srcRect b="0" l="0" r="0" t="0"/>
          <a:stretch/>
        </p:blipFill>
        <p:spPr>
          <a:xfrm>
            <a:off x="7833942" y="4434880"/>
            <a:ext cx="852881" cy="511770"/>
          </a:xfrm>
          <a:prstGeom prst="rect">
            <a:avLst/>
          </a:prstGeom>
          <a:noFill/>
          <a:ln>
            <a:noFill/>
          </a:ln>
        </p:spPr>
      </p:pic>
      <p:pic>
        <p:nvPicPr>
          <p:cNvPr id="203" name="Google Shape;203;p100"/>
          <p:cNvPicPr preferRelativeResize="0"/>
          <p:nvPr/>
        </p:nvPicPr>
        <p:blipFill rotWithShape="1">
          <a:blip r:embed="rId3">
            <a:alphaModFix/>
          </a:blip>
          <a:srcRect b="0" l="0" r="0" t="0"/>
          <a:stretch/>
        </p:blipFill>
        <p:spPr>
          <a:xfrm>
            <a:off x="343250" y="4522450"/>
            <a:ext cx="1299395" cy="45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left">
  <p:cSld name="TITLE_AND_BODY_1_1">
    <p:bg>
      <p:bgPr>
        <a:solidFill>
          <a:srgbClr val="F1BB00"/>
        </a:solidFill>
      </p:bgPr>
    </p:bg>
    <p:spTree>
      <p:nvGrpSpPr>
        <p:cNvPr id="204" name="Shape 204"/>
        <p:cNvGrpSpPr/>
        <p:nvPr/>
      </p:nvGrpSpPr>
      <p:grpSpPr>
        <a:xfrm>
          <a:off x="0" y="0"/>
          <a:ext cx="0" cy="0"/>
          <a:chOff x="0" y="0"/>
          <a:chExt cx="0" cy="0"/>
        </a:xfrm>
      </p:grpSpPr>
      <p:sp>
        <p:nvSpPr>
          <p:cNvPr id="205" name="Google Shape;205;p101"/>
          <p:cNvSpPr/>
          <p:nvPr/>
        </p:nvSpPr>
        <p:spPr>
          <a:xfrm flipH="1">
            <a:off x="-7125" y="0"/>
            <a:ext cx="2592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01"/>
          <p:cNvSpPr/>
          <p:nvPr/>
        </p:nvSpPr>
        <p:spPr>
          <a:xfrm>
            <a:off x="2585478"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7" name="Google Shape;207;p101"/>
          <p:cNvSpPr txBox="1"/>
          <p:nvPr>
            <p:ph type="title"/>
          </p:nvPr>
        </p:nvSpPr>
        <p:spPr>
          <a:xfrm>
            <a:off x="234450" y="575500"/>
            <a:ext cx="2046300" cy="13641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F67031"/>
              </a:buClr>
              <a:buSzPts val="2400"/>
              <a:buFont typeface="Nunito Sans"/>
              <a:buNone/>
              <a:defRPr b="1" i="0" sz="2400" u="none" cap="none" strike="noStrike">
                <a:solidFill>
                  <a:srgbClr val="F1BB00"/>
                </a:solidFill>
                <a:latin typeface="Lato"/>
                <a:ea typeface="Lato"/>
                <a:cs typeface="Lato"/>
                <a:sym typeface="Lato"/>
              </a:defRPr>
            </a:lvl1pPr>
            <a:lvl2pPr lvl="1"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2pPr>
            <a:lvl3pPr lvl="2"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3pPr>
            <a:lvl4pPr lvl="3"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4pPr>
            <a:lvl5pPr lvl="4"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5pPr>
            <a:lvl6pPr lvl="5"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6pPr>
            <a:lvl7pPr lvl="6"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7pPr>
            <a:lvl8pPr lvl="7"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8pPr>
            <a:lvl9pPr lvl="8" marR="0" algn="l">
              <a:lnSpc>
                <a:spcPct val="100000"/>
              </a:lnSpc>
              <a:spcBef>
                <a:spcPts val="0"/>
              </a:spcBef>
              <a:spcAft>
                <a:spcPts val="0"/>
              </a:spcAft>
              <a:buClr>
                <a:srgbClr val="F67031"/>
              </a:buClr>
              <a:buSzPts val="2400"/>
              <a:buFont typeface="Nunito Sans"/>
              <a:buNone/>
              <a:defRPr b="0" i="0" sz="2400" u="none" cap="none" strike="noStrike">
                <a:solidFill>
                  <a:srgbClr val="F67031"/>
                </a:solidFill>
                <a:latin typeface="Nunito Sans"/>
                <a:ea typeface="Nunito Sans"/>
                <a:cs typeface="Nunito Sans"/>
                <a:sym typeface="Nunito Sans"/>
              </a:defRPr>
            </a:lvl9pPr>
          </a:lstStyle>
          <a:p/>
        </p:txBody>
      </p:sp>
      <p:sp>
        <p:nvSpPr>
          <p:cNvPr id="208" name="Google Shape;208;p10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
        <p:nvSpPr>
          <p:cNvPr id="209" name="Google Shape;209;p101"/>
          <p:cNvSpPr txBox="1"/>
          <p:nvPr>
            <p:ph idx="1" type="body"/>
          </p:nvPr>
        </p:nvSpPr>
        <p:spPr>
          <a:xfrm>
            <a:off x="234450" y="2004325"/>
            <a:ext cx="2046300" cy="25521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600"/>
              </a:spcBef>
              <a:spcAft>
                <a:spcPts val="0"/>
              </a:spcAft>
              <a:buClr>
                <a:srgbClr val="CCCCCC"/>
              </a:buClr>
              <a:buSzPts val="1200"/>
              <a:buFont typeface="Nunito Sans"/>
              <a:buChar char="▪"/>
              <a:defRPr b="0" i="0" sz="1200" u="none" cap="none" strike="noStrike">
                <a:solidFill>
                  <a:srgbClr val="666666"/>
                </a:solidFill>
                <a:latin typeface="Lato"/>
                <a:ea typeface="Lato"/>
                <a:cs typeface="Lato"/>
                <a:sym typeface="Lato"/>
              </a:defRPr>
            </a:lvl1pPr>
            <a:lvl2pPr indent="-304800" lvl="1" marL="914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2pPr>
            <a:lvl3pPr indent="-304800" lvl="2" marL="1371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3pPr>
            <a:lvl4pPr indent="-304800" lvl="3" marL="1828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4pPr>
            <a:lvl5pPr indent="-304800" lvl="4" marL="22860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5pPr>
            <a:lvl6pPr indent="-304800" lvl="5" marL="27432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6pPr>
            <a:lvl7pPr indent="-304800" lvl="6" marL="32004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7pPr>
            <a:lvl8pPr indent="-304800" lvl="7" marL="36576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8pPr>
            <a:lvl9pPr indent="-304800" lvl="8" marL="4114800" marR="0" algn="l">
              <a:lnSpc>
                <a:spcPct val="115000"/>
              </a:lnSpc>
              <a:spcBef>
                <a:spcPts val="0"/>
              </a:spcBef>
              <a:spcAft>
                <a:spcPts val="0"/>
              </a:spcAft>
              <a:buClr>
                <a:srgbClr val="CCCCCC"/>
              </a:buClr>
              <a:buSzPts val="1200"/>
              <a:buFont typeface="Nunito Sans"/>
              <a:buChar char="-"/>
              <a:defRPr b="0" i="0" sz="1200" u="none" cap="none" strike="noStrike">
                <a:solidFill>
                  <a:srgbClr val="666666"/>
                </a:solidFill>
                <a:latin typeface="Nunito Sans"/>
                <a:ea typeface="Nunito Sans"/>
                <a:cs typeface="Nunito Sans"/>
                <a:sym typeface="Nunito Sa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1_Quote">
    <p:spTree>
      <p:nvGrpSpPr>
        <p:cNvPr id="210" name="Shape 210"/>
        <p:cNvGrpSpPr/>
        <p:nvPr/>
      </p:nvGrpSpPr>
      <p:grpSpPr>
        <a:xfrm>
          <a:off x="0" y="0"/>
          <a:ext cx="0" cy="0"/>
          <a:chOff x="0" y="0"/>
          <a:chExt cx="0" cy="0"/>
        </a:xfrm>
      </p:grpSpPr>
      <p:sp>
        <p:nvSpPr>
          <p:cNvPr id="211" name="Google Shape;211;p102"/>
          <p:cNvSpPr/>
          <p:nvPr/>
        </p:nvSpPr>
        <p:spPr>
          <a:xfrm flipH="1" rot="5400000">
            <a:off x="4518950" y="-3360875"/>
            <a:ext cx="113100" cy="91512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2" name="Google Shape;212;p102"/>
          <p:cNvSpPr/>
          <p:nvPr/>
        </p:nvSpPr>
        <p:spPr>
          <a:xfrm>
            <a:off x="-7125" y="1271275"/>
            <a:ext cx="9151200" cy="38721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02"/>
          <p:cNvSpPr txBox="1"/>
          <p:nvPr>
            <p:ph idx="1" type="body"/>
          </p:nvPr>
        </p:nvSpPr>
        <p:spPr>
          <a:xfrm>
            <a:off x="1847275" y="1704600"/>
            <a:ext cx="5449500" cy="2714700"/>
          </a:xfrm>
          <a:prstGeom prst="rect">
            <a:avLst/>
          </a:prstGeom>
          <a:noFill/>
          <a:ln>
            <a:noFill/>
          </a:ln>
        </p:spPr>
        <p:txBody>
          <a:bodyPr anchorCtr="0" anchor="t" bIns="91425" lIns="91425" spcFirstLastPara="1" rIns="91425" wrap="square" tIns="91425">
            <a:noAutofit/>
          </a:bodyPr>
          <a:lstStyle>
            <a:lvl1pPr indent="-381000" lvl="0" marL="457200" marR="0" algn="ctr">
              <a:lnSpc>
                <a:spcPct val="115000"/>
              </a:lnSpc>
              <a:spcBef>
                <a:spcPts val="60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1pPr>
            <a:lvl2pPr indent="-381000" lvl="1" marL="914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2pPr>
            <a:lvl3pPr indent="-381000" lvl="2" marL="1371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3pPr>
            <a:lvl4pPr indent="-381000" lvl="3" marL="1828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4pPr>
            <a:lvl5pPr indent="-381000" lvl="4" marL="22860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5pPr>
            <a:lvl6pPr indent="-381000" lvl="5" marL="27432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6pPr>
            <a:lvl7pPr indent="-381000" lvl="6" marL="32004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7pPr>
            <a:lvl8pPr indent="-381000" lvl="7" marL="36576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8pPr>
            <a:lvl9pPr indent="-381000" lvl="8" marL="4114800" marR="0" algn="ctr">
              <a:lnSpc>
                <a:spcPct val="115000"/>
              </a:lnSpc>
              <a:spcBef>
                <a:spcPts val="0"/>
              </a:spcBef>
              <a:spcAft>
                <a:spcPts val="0"/>
              </a:spcAft>
              <a:buClr>
                <a:srgbClr val="CCCCCC"/>
              </a:buClr>
              <a:buSzPts val="2400"/>
              <a:buFont typeface="Georgia"/>
              <a:buChar char="-"/>
              <a:defRPr b="0" i="1" sz="2400" u="none" cap="none" strike="noStrike">
                <a:solidFill>
                  <a:srgbClr val="666666"/>
                </a:solidFill>
                <a:latin typeface="Georgia"/>
                <a:ea typeface="Georgia"/>
                <a:cs typeface="Georgia"/>
                <a:sym typeface="Georgia"/>
              </a:defRPr>
            </a:lvl9pPr>
          </a:lstStyle>
          <a:p/>
        </p:txBody>
      </p:sp>
      <p:sp>
        <p:nvSpPr>
          <p:cNvPr id="214" name="Google Shape;214;p102"/>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15" name="Shape 215"/>
        <p:cNvGrpSpPr/>
        <p:nvPr/>
      </p:nvGrpSpPr>
      <p:grpSpPr>
        <a:xfrm>
          <a:off x="0" y="0"/>
          <a:ext cx="0" cy="0"/>
          <a:chOff x="0" y="0"/>
          <a:chExt cx="0" cy="0"/>
        </a:xfrm>
      </p:grpSpPr>
      <p:sp>
        <p:nvSpPr>
          <p:cNvPr id="216" name="Google Shape;216;p103"/>
          <p:cNvSpPr/>
          <p:nvPr/>
        </p:nvSpPr>
        <p:spPr>
          <a:xfrm flipH="1">
            <a:off x="2472375" y="0"/>
            <a:ext cx="113100" cy="5143500"/>
          </a:xfrm>
          <a:prstGeom prst="rect">
            <a:avLst/>
          </a:prstGeom>
          <a:gradFill>
            <a:gsLst>
              <a:gs pos="0">
                <a:srgbClr val="000014">
                  <a:alpha val="20000"/>
                </a:srgbClr>
              </a:gs>
              <a:gs pos="100000">
                <a:srgbClr val="000014">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7" name="Google Shape;217;p103"/>
          <p:cNvSpPr/>
          <p:nvPr/>
        </p:nvSpPr>
        <p:spPr>
          <a:xfrm>
            <a:off x="2585475" y="0"/>
            <a:ext cx="6558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03"/>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219" name="Google Shape;219;p103"/>
          <p:cNvSpPr txBox="1"/>
          <p:nvPr>
            <p:ph idx="1" type="body"/>
          </p:nvPr>
        </p:nvSpPr>
        <p:spPr>
          <a:xfrm>
            <a:off x="3062200"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220" name="Google Shape;220;p103"/>
          <p:cNvSpPr txBox="1"/>
          <p:nvPr>
            <p:ph idx="2" type="body"/>
          </p:nvPr>
        </p:nvSpPr>
        <p:spPr>
          <a:xfrm>
            <a:off x="5956701" y="575500"/>
            <a:ext cx="2730000" cy="3981000"/>
          </a:xfrm>
          <a:prstGeom prst="rect">
            <a:avLst/>
          </a:prstGeom>
          <a:noFill/>
          <a:ln>
            <a:noFill/>
          </a:ln>
        </p:spPr>
        <p:txBody>
          <a:bodyPr anchorCtr="0" anchor="t" bIns="91425" lIns="91425" spcFirstLastPara="1" rIns="91425" wrap="square" tIns="91425">
            <a:noAutofit/>
          </a:bodyPr>
          <a:lstStyle>
            <a:lvl1pPr indent="-298450" lvl="0" marL="457200" marR="0" algn="l">
              <a:lnSpc>
                <a:spcPct val="115000"/>
              </a:lnSpc>
              <a:spcBef>
                <a:spcPts val="60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1pPr>
            <a:lvl2pPr indent="-298450" lvl="1" marL="914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2pPr>
            <a:lvl3pPr indent="-298450" lvl="2" marL="1371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3pPr>
            <a:lvl4pPr indent="-298450" lvl="3" marL="1828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4pPr>
            <a:lvl5pPr indent="-298450" lvl="4" marL="22860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5pPr>
            <a:lvl6pPr indent="-298450" lvl="5" marL="27432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6pPr>
            <a:lvl7pPr indent="-298450" lvl="6" marL="32004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7pPr>
            <a:lvl8pPr indent="-298450" lvl="7" marL="36576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8pPr>
            <a:lvl9pPr indent="-298450" lvl="8" marL="4114800" marR="0" algn="l">
              <a:lnSpc>
                <a:spcPct val="115000"/>
              </a:lnSpc>
              <a:spcBef>
                <a:spcPts val="0"/>
              </a:spcBef>
              <a:spcAft>
                <a:spcPts val="0"/>
              </a:spcAft>
              <a:buClr>
                <a:srgbClr val="CCCCCC"/>
              </a:buClr>
              <a:buSzPts val="1100"/>
              <a:buFont typeface="Nunito Sans"/>
              <a:buChar char="-"/>
              <a:defRPr b="0" i="0" sz="1100" u="none" cap="none" strike="noStrike">
                <a:solidFill>
                  <a:srgbClr val="666666"/>
                </a:solidFill>
                <a:latin typeface="Nunito Sans"/>
                <a:ea typeface="Nunito Sans"/>
                <a:cs typeface="Nunito Sans"/>
                <a:sym typeface="Nunito Sans"/>
              </a:defRPr>
            </a:lvl9pPr>
          </a:lstStyle>
          <a:p/>
        </p:txBody>
      </p:sp>
      <p:sp>
        <p:nvSpPr>
          <p:cNvPr id="221" name="Google Shape;221;p10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4.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2.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7" name="Google Shape;7;p39"/>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1pPr>
            <a:lvl2pPr indent="-317500" lvl="1" marL="9144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2pPr>
            <a:lvl3pPr indent="-317500" lvl="2" marL="13716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3pPr>
            <a:lvl4pPr indent="-317500" lvl="3" marL="18288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4pPr>
            <a:lvl5pPr indent="-317500" lvl="4" marL="22860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5pPr>
            <a:lvl6pPr indent="-317500" lvl="5" marL="27432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6pPr>
            <a:lvl7pPr indent="-317500" lvl="6" marL="32004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7pPr>
            <a:lvl8pPr indent="-317500" lvl="7" marL="36576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8pPr>
            <a:lvl9pPr indent="-317500" lvl="8" marL="4114800" marR="0" algn="l">
              <a:lnSpc>
                <a:spcPct val="115000"/>
              </a:lnSpc>
              <a:spcBef>
                <a:spcPts val="0"/>
              </a:spcBef>
              <a:spcAft>
                <a:spcPts val="0"/>
              </a:spcAft>
              <a:buClr>
                <a:srgbClr val="CCCCCC"/>
              </a:buClr>
              <a:buSzPts val="1400"/>
              <a:buFont typeface="Century Gothic"/>
              <a:buChar char="-"/>
              <a:defRPr b="0" i="0" sz="1400" u="none" cap="none" strike="noStrike">
                <a:solidFill>
                  <a:srgbClr val="666666"/>
                </a:solidFill>
                <a:latin typeface="Century Gothic"/>
                <a:ea typeface="Century Gothic"/>
                <a:cs typeface="Century Gothic"/>
                <a:sym typeface="Century Gothic"/>
              </a:defRPr>
            </a:lvl9pPr>
          </a:lstStyle>
          <a:p/>
        </p:txBody>
      </p:sp>
      <p:sp>
        <p:nvSpPr>
          <p:cNvPr id="8" name="Google Shape;8;p39"/>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F1BB00"/>
        </a:solidFill>
      </p:bgPr>
    </p:bg>
    <p:spTree>
      <p:nvGrpSpPr>
        <p:cNvPr id="80" name="Shape 80"/>
        <p:cNvGrpSpPr/>
        <p:nvPr/>
      </p:nvGrpSpPr>
      <p:grpSpPr>
        <a:xfrm>
          <a:off x="0" y="0"/>
          <a:ext cx="0" cy="0"/>
          <a:chOff x="0" y="0"/>
          <a:chExt cx="0" cy="0"/>
        </a:xfrm>
      </p:grpSpPr>
      <p:sp>
        <p:nvSpPr>
          <p:cNvPr id="81" name="Google Shape;81;p41"/>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82" name="Google Shape;82;p41"/>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83" name="Google Shape;83;p41"/>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F1BB00"/>
        </a:solidFill>
      </p:bgPr>
    </p:bg>
    <p:spTree>
      <p:nvGrpSpPr>
        <p:cNvPr id="145" name="Shape 145"/>
        <p:cNvGrpSpPr/>
        <p:nvPr/>
      </p:nvGrpSpPr>
      <p:grpSpPr>
        <a:xfrm>
          <a:off x="0" y="0"/>
          <a:ext cx="0" cy="0"/>
          <a:chOff x="0" y="0"/>
          <a:chExt cx="0" cy="0"/>
        </a:xfrm>
      </p:grpSpPr>
      <p:sp>
        <p:nvSpPr>
          <p:cNvPr id="146" name="Google Shape;146;p55"/>
          <p:cNvSpPr txBox="1"/>
          <p:nvPr>
            <p:ph type="title"/>
          </p:nvPr>
        </p:nvSpPr>
        <p:spPr>
          <a:xfrm>
            <a:off x="234450" y="575500"/>
            <a:ext cx="2046300" cy="39810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1pPr>
            <a:lvl2pPr lvl="1"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2pPr>
            <a:lvl3pPr lvl="2"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3pPr>
            <a:lvl4pPr lvl="3"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4pPr>
            <a:lvl5pPr lvl="4"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5pPr>
            <a:lvl6pPr lvl="5"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6pPr>
            <a:lvl7pPr lvl="6"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7pPr>
            <a:lvl8pPr lvl="7"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8pPr>
            <a:lvl9pPr lvl="8" marR="0" algn="l">
              <a:lnSpc>
                <a:spcPct val="100000"/>
              </a:lnSpc>
              <a:spcBef>
                <a:spcPts val="0"/>
              </a:spcBef>
              <a:spcAft>
                <a:spcPts val="0"/>
              </a:spcAft>
              <a:buClr>
                <a:srgbClr val="FFFFFF"/>
              </a:buClr>
              <a:buSzPts val="2400"/>
              <a:buFont typeface="Nunito Sans"/>
              <a:buNone/>
              <a:defRPr b="0" i="0" sz="2400" u="none" cap="none" strike="noStrike">
                <a:solidFill>
                  <a:srgbClr val="FFFFFF"/>
                </a:solidFill>
                <a:latin typeface="Nunito Sans"/>
                <a:ea typeface="Nunito Sans"/>
                <a:cs typeface="Nunito Sans"/>
                <a:sym typeface="Nunito Sans"/>
              </a:defRPr>
            </a:lvl9pPr>
          </a:lstStyle>
          <a:p/>
        </p:txBody>
      </p:sp>
      <p:sp>
        <p:nvSpPr>
          <p:cNvPr id="147" name="Google Shape;147;p55"/>
          <p:cNvSpPr txBox="1"/>
          <p:nvPr>
            <p:ph idx="1" type="body"/>
          </p:nvPr>
        </p:nvSpPr>
        <p:spPr>
          <a:xfrm>
            <a:off x="3090625" y="575500"/>
            <a:ext cx="5596200" cy="39810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60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1pPr>
            <a:lvl2pPr indent="-317500" lvl="1" marL="914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2pPr>
            <a:lvl3pPr indent="-317500" lvl="2" marL="1371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3pPr>
            <a:lvl4pPr indent="-317500" lvl="3" marL="1828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4pPr>
            <a:lvl5pPr indent="-317500" lvl="4" marL="22860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5pPr>
            <a:lvl6pPr indent="-317500" lvl="5" marL="27432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6pPr>
            <a:lvl7pPr indent="-317500" lvl="6" marL="32004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7pPr>
            <a:lvl8pPr indent="-317500" lvl="7" marL="36576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8pPr>
            <a:lvl9pPr indent="-317500" lvl="8" marL="4114800" marR="0" algn="l">
              <a:lnSpc>
                <a:spcPct val="115000"/>
              </a:lnSpc>
              <a:spcBef>
                <a:spcPts val="0"/>
              </a:spcBef>
              <a:spcAft>
                <a:spcPts val="0"/>
              </a:spcAft>
              <a:buClr>
                <a:srgbClr val="CCCCCC"/>
              </a:buClr>
              <a:buSzPts val="1400"/>
              <a:buFont typeface="Nunito Sans"/>
              <a:buChar char="-"/>
              <a:defRPr b="0" i="0" sz="1400" u="none" cap="none" strike="noStrike">
                <a:solidFill>
                  <a:srgbClr val="666666"/>
                </a:solidFill>
                <a:latin typeface="Nunito Sans"/>
                <a:ea typeface="Nunito Sans"/>
                <a:cs typeface="Nunito Sans"/>
                <a:sym typeface="Nunito Sans"/>
              </a:defRPr>
            </a:lvl9pPr>
          </a:lstStyle>
          <a:p/>
        </p:txBody>
      </p:sp>
      <p:sp>
        <p:nvSpPr>
          <p:cNvPr id="148" name="Google Shape;148;p5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CCCCC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25" name="Shape 225"/>
        <p:cNvGrpSpPr/>
        <p:nvPr/>
      </p:nvGrpSpPr>
      <p:grpSpPr>
        <a:xfrm>
          <a:off x="0" y="0"/>
          <a:ext cx="0" cy="0"/>
          <a:chOff x="0" y="0"/>
          <a:chExt cx="0" cy="0"/>
        </a:xfrm>
      </p:grpSpPr>
      <p:sp>
        <p:nvSpPr>
          <p:cNvPr id="226" name="Google Shape;226;p21"/>
          <p:cNvSpPr txBox="1"/>
          <p:nvPr>
            <p:ph idx="4294967295" type="title"/>
          </p:nvPr>
        </p:nvSpPr>
        <p:spPr>
          <a:xfrm>
            <a:off x="617225" y="100"/>
            <a:ext cx="7909500" cy="5143500"/>
          </a:xfrm>
          <a:prstGeom prst="rect">
            <a:avLst/>
          </a:prstGeom>
          <a:no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Nunito Sans"/>
              <a:buNone/>
            </a:pPr>
            <a:r>
              <a:rPr b="1" i="1" lang="en-US" sz="5100">
                <a:latin typeface="Century Gothic"/>
                <a:ea typeface="Century Gothic"/>
                <a:cs typeface="Century Gothic"/>
                <a:sym typeface="Century Gothic"/>
              </a:rPr>
              <a:t>Agentes de IA</a:t>
            </a:r>
            <a:endParaRPr b="1" i="1" sz="510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p2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32" name="Google Shape;232;p22"/>
          <p:cNvSpPr txBox="1"/>
          <p:nvPr>
            <p:ph idx="4294967295" type="title"/>
          </p:nvPr>
        </p:nvSpPr>
        <p:spPr>
          <a:xfrm>
            <a:off x="324600" y="279475"/>
            <a:ext cx="8494800" cy="751800"/>
          </a:xfrm>
          <a:prstGeom prst="rect">
            <a:avLst/>
          </a:prstGeom>
          <a:noFill/>
          <a:ln>
            <a:noFill/>
          </a:ln>
        </p:spPr>
        <p:txBody>
          <a:bodyPr anchorCtr="0" anchor="t" bIns="0" lIns="0" spcFirstLastPara="1" rIns="0" wrap="square" tIns="12700">
            <a:spAutoFit/>
          </a:bodyPr>
          <a:lstStyle/>
          <a:p>
            <a:pPr indent="0" lvl="0" marL="139700" rtl="0" algn="l">
              <a:lnSpc>
                <a:spcPct val="100000"/>
              </a:lnSpc>
              <a:spcBef>
                <a:spcPts val="600"/>
              </a:spcBef>
              <a:spcAft>
                <a:spcPts val="0"/>
              </a:spcAft>
              <a:buSzPts val="1100"/>
              <a:buNone/>
            </a:pPr>
            <a:r>
              <a:rPr lang="en-US">
                <a:solidFill>
                  <a:schemeClr val="accent1"/>
                </a:solidFill>
                <a:latin typeface="Century Gothic"/>
                <a:ea typeface="Century Gothic"/>
                <a:cs typeface="Century Gothic"/>
                <a:sym typeface="Century Gothic"/>
              </a:rPr>
              <a:t>Atiende más rápido, vende más y sin contratar personal adicional.</a:t>
            </a:r>
            <a:endParaRPr sz="2000">
              <a:solidFill>
                <a:schemeClr val="accent1"/>
              </a:solidFill>
              <a:highlight>
                <a:srgbClr val="FFFFFF"/>
              </a:highlight>
              <a:latin typeface="Century Gothic"/>
              <a:ea typeface="Century Gothic"/>
              <a:cs typeface="Century Gothic"/>
              <a:sym typeface="Century Gothic"/>
            </a:endParaRPr>
          </a:p>
        </p:txBody>
      </p:sp>
      <p:sp>
        <p:nvSpPr>
          <p:cNvPr id="233" name="Google Shape;233;p22"/>
          <p:cNvSpPr txBox="1"/>
          <p:nvPr>
            <p:ph idx="4294967295" type="body"/>
          </p:nvPr>
        </p:nvSpPr>
        <p:spPr>
          <a:xfrm>
            <a:off x="324600" y="1405650"/>
            <a:ext cx="5733000" cy="3345300"/>
          </a:xfrm>
          <a:prstGeom prst="rect">
            <a:avLst/>
          </a:prstGeom>
          <a:noFill/>
          <a:ln>
            <a:noFill/>
          </a:ln>
        </p:spPr>
        <p:txBody>
          <a:bodyPr anchorCtr="0" anchor="t" bIns="91425" lIns="91425" spcFirstLastPara="1" rIns="91425" wrap="square" tIns="91425">
            <a:spAutoFit/>
          </a:bodyPr>
          <a:lstStyle/>
          <a:p>
            <a:pPr indent="-368300" lvl="0" marL="457200" rtl="0" algn="l">
              <a:lnSpc>
                <a:spcPct val="100000"/>
              </a:lnSpc>
              <a:spcBef>
                <a:spcPts val="0"/>
              </a:spcBef>
              <a:spcAft>
                <a:spcPts val="0"/>
              </a:spcAft>
              <a:buClr>
                <a:schemeClr val="accent1"/>
              </a:buClr>
              <a:buSzPts val="2200"/>
              <a:buFont typeface="Century Gothic"/>
              <a:buChar char="o"/>
            </a:pPr>
            <a:r>
              <a:rPr b="1" lang="en-US" sz="1500">
                <a:solidFill>
                  <a:schemeClr val="dk2"/>
                </a:solidFill>
                <a:latin typeface="Century Gothic"/>
                <a:ea typeface="Century Gothic"/>
                <a:cs typeface="Century Gothic"/>
                <a:sym typeface="Century Gothic"/>
              </a:rPr>
              <a:t>Es </a:t>
            </a:r>
            <a:r>
              <a:rPr b="1" lang="en-US" sz="1500">
                <a:solidFill>
                  <a:schemeClr val="dk2"/>
                </a:solidFill>
                <a:latin typeface="Century Gothic"/>
                <a:ea typeface="Century Gothic"/>
                <a:cs typeface="Century Gothic"/>
                <a:sym typeface="Century Gothic"/>
              </a:rPr>
              <a:t>Ideal para empresas </a:t>
            </a:r>
            <a:r>
              <a:rPr b="1" lang="en-US" sz="1500">
                <a:solidFill>
                  <a:schemeClr val="dk2"/>
                </a:solidFill>
                <a:latin typeface="Century Gothic"/>
                <a:ea typeface="Century Gothic"/>
                <a:cs typeface="Century Gothic"/>
                <a:sym typeface="Century Gothic"/>
              </a:rPr>
              <a:t>que dependen de la atención oportuna de sus canales digitales para vender más:</a:t>
            </a:r>
            <a:endParaRPr b="1" sz="1500">
              <a:solidFill>
                <a:schemeClr val="dk2"/>
              </a:solidFill>
              <a:latin typeface="Century Gothic"/>
              <a:ea typeface="Century Gothic"/>
              <a:cs typeface="Century Gothic"/>
              <a:sym typeface="Century Gothic"/>
            </a:endParaRPr>
          </a:p>
          <a:p>
            <a:pPr indent="0" lvl="0" marL="457200" rtl="0" algn="l">
              <a:lnSpc>
                <a:spcPct val="100000"/>
              </a:lnSpc>
              <a:spcBef>
                <a:spcPts val="0"/>
              </a:spcBef>
              <a:spcAft>
                <a:spcPts val="0"/>
              </a:spcAft>
              <a:buNone/>
            </a:pPr>
            <a:r>
              <a:t/>
            </a:r>
            <a:endParaRPr b="1" sz="1500">
              <a:solidFill>
                <a:schemeClr val="dk2"/>
              </a:solidFill>
              <a:latin typeface="Century Gothic"/>
              <a:ea typeface="Century Gothic"/>
              <a:cs typeface="Century Gothic"/>
              <a:sym typeface="Century Gothic"/>
            </a:endParaRPr>
          </a:p>
          <a:p>
            <a:pPr indent="-317500" lvl="0" marL="742950" marR="0" rtl="0" algn="l">
              <a:lnSpc>
                <a:spcPct val="100000"/>
              </a:lnSpc>
              <a:spcBef>
                <a:spcPts val="10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Aumentar su capacidad de respuesta.</a:t>
            </a:r>
            <a:endParaRPr>
              <a:solidFill>
                <a:schemeClr val="dk2"/>
              </a:solidFill>
              <a:latin typeface="Century Gothic"/>
              <a:ea typeface="Century Gothic"/>
              <a:cs typeface="Century Gothic"/>
              <a:sym typeface="Century Gothic"/>
            </a:endParaRPr>
          </a:p>
          <a:p>
            <a:pPr indent="-317500" lvl="0" marL="742950" marR="0" rtl="0" algn="l">
              <a:lnSpc>
                <a:spcPct val="100000"/>
              </a:lnSpc>
              <a:spcBef>
                <a:spcPts val="6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Acelerar el ciclo de ventas.</a:t>
            </a:r>
            <a:endParaRPr>
              <a:solidFill>
                <a:schemeClr val="dk2"/>
              </a:solidFill>
              <a:latin typeface="Century Gothic"/>
              <a:ea typeface="Century Gothic"/>
              <a:cs typeface="Century Gothic"/>
              <a:sym typeface="Century Gothic"/>
            </a:endParaRPr>
          </a:p>
          <a:p>
            <a:pPr indent="-317500" lvl="0" marL="742950" marR="0" rtl="0" algn="l">
              <a:lnSpc>
                <a:spcPct val="100000"/>
              </a:lnSpc>
              <a:spcBef>
                <a:spcPts val="600"/>
              </a:spcBef>
              <a:spcAft>
                <a:spcPts val="0"/>
              </a:spcAft>
              <a:buClr>
                <a:schemeClr val="accent1"/>
              </a:buClr>
              <a:buSzPts val="1400"/>
              <a:buFont typeface="Century Gothic"/>
              <a:buChar char="➔"/>
            </a:pPr>
            <a:r>
              <a:rPr lang="en-US">
                <a:solidFill>
                  <a:schemeClr val="dk2"/>
                </a:solidFill>
                <a:latin typeface="Century Gothic"/>
                <a:ea typeface="Century Gothic"/>
                <a:cs typeface="Century Gothic"/>
                <a:sym typeface="Century Gothic"/>
              </a:rPr>
              <a:t>Mejorar la experiencia del cliente desde el primer contacto.</a:t>
            </a:r>
            <a:endParaRPr>
              <a:solidFill>
                <a:schemeClr val="dk2"/>
              </a:solidFill>
              <a:latin typeface="Century Gothic"/>
              <a:ea typeface="Century Gothic"/>
              <a:cs typeface="Century Gothic"/>
              <a:sym typeface="Century Gothic"/>
            </a:endParaRPr>
          </a:p>
          <a:p>
            <a:pPr indent="0" lvl="0" marL="171450" rtl="0" algn="l">
              <a:lnSpc>
                <a:spcPct val="100000"/>
              </a:lnSpc>
              <a:spcBef>
                <a:spcPts val="600"/>
              </a:spcBef>
              <a:spcAft>
                <a:spcPts val="0"/>
              </a:spcAft>
              <a:buSzPts val="1400"/>
              <a:buNone/>
            </a:pPr>
            <a:r>
              <a:t/>
            </a:r>
            <a:endParaRPr b="1" i="1" sz="1500">
              <a:solidFill>
                <a:srgbClr val="F1BB00"/>
              </a:solidFill>
              <a:latin typeface="Century Gothic"/>
              <a:ea typeface="Century Gothic"/>
              <a:cs typeface="Century Gothic"/>
              <a:sym typeface="Century Gothic"/>
            </a:endParaRPr>
          </a:p>
          <a:p>
            <a:pPr indent="0" lvl="0" marL="171450" rtl="0" algn="l">
              <a:lnSpc>
                <a:spcPct val="100000"/>
              </a:lnSpc>
              <a:spcBef>
                <a:spcPts val="0"/>
              </a:spcBef>
              <a:spcAft>
                <a:spcPts val="0"/>
              </a:spcAft>
              <a:buSzPts val="1400"/>
              <a:buNone/>
            </a:pPr>
            <a:r>
              <a:t/>
            </a:r>
            <a:endParaRPr b="1" i="1" sz="1300">
              <a:solidFill>
                <a:srgbClr val="F1BB00"/>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rPr b="1" i="1" lang="en-US" sz="1700">
                <a:solidFill>
                  <a:schemeClr val="accent1"/>
                </a:solidFill>
                <a:latin typeface="Century Gothic"/>
                <a:ea typeface="Century Gothic"/>
                <a:cs typeface="Century Gothic"/>
                <a:sym typeface="Century Gothic"/>
              </a:rPr>
              <a:t>¡</a:t>
            </a:r>
            <a:r>
              <a:rPr b="1" i="1" lang="en-US" sz="1700">
                <a:solidFill>
                  <a:schemeClr val="accent1"/>
                </a:solidFill>
                <a:latin typeface="Century Gothic"/>
                <a:ea typeface="Century Gothic"/>
                <a:cs typeface="Century Gothic"/>
                <a:sym typeface="Century Gothic"/>
              </a:rPr>
              <a:t>Escala la atención de tus clientes de manera eficiente y personalizada!</a:t>
            </a:r>
            <a:endParaRPr i="1" sz="1300">
              <a:solidFill>
                <a:schemeClr val="accent1"/>
              </a:solidFill>
              <a:latin typeface="Century Gothic"/>
              <a:ea typeface="Century Gothic"/>
              <a:cs typeface="Century Gothic"/>
              <a:sym typeface="Century Gothic"/>
            </a:endParaRPr>
          </a:p>
          <a:p>
            <a:pPr indent="0" lvl="0" marL="0" rtl="0" algn="l">
              <a:lnSpc>
                <a:spcPct val="100000"/>
              </a:lnSpc>
              <a:spcBef>
                <a:spcPts val="0"/>
              </a:spcBef>
              <a:spcAft>
                <a:spcPts val="0"/>
              </a:spcAft>
              <a:buSzPts val="1400"/>
              <a:buNone/>
            </a:pPr>
            <a:r>
              <a:t/>
            </a:r>
            <a:endParaRPr sz="1200">
              <a:latin typeface="Century Gothic"/>
              <a:ea typeface="Century Gothic"/>
              <a:cs typeface="Century Gothic"/>
              <a:sym typeface="Century Gothic"/>
            </a:endParaRPr>
          </a:p>
        </p:txBody>
      </p:sp>
      <p:sp>
        <p:nvSpPr>
          <p:cNvPr id="234" name="Google Shape;234;p2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Lato"/>
                <a:ea typeface="Lato"/>
                <a:cs typeface="Lato"/>
                <a:sym typeface="Lato"/>
              </a:rPr>
              <a:t>AI Agents | </a:t>
            </a:r>
            <a:r>
              <a:rPr b="1" i="1" lang="en-US" sz="2200" u="none" cap="none" strike="noStrike">
                <a:solidFill>
                  <a:srgbClr val="FFFFFF"/>
                </a:solidFill>
                <a:latin typeface="Lato"/>
                <a:ea typeface="Lato"/>
                <a:cs typeface="Lato"/>
                <a:sym typeface="Lato"/>
              </a:rPr>
              <a:t>nombrecliente</a:t>
            </a:r>
            <a:endParaRPr b="0" i="1" sz="2200" u="none" cap="none" strike="noStrike">
              <a:solidFill>
                <a:srgbClr val="000000"/>
              </a:solidFill>
              <a:latin typeface="Lato"/>
              <a:ea typeface="Lato"/>
              <a:cs typeface="Lato"/>
              <a:sym typeface="Lato"/>
            </a:endParaRPr>
          </a:p>
        </p:txBody>
      </p:sp>
      <p:sp>
        <p:nvSpPr>
          <p:cNvPr id="235" name="Google Shape;235;p22"/>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6" name="Google Shape;236;p22"/>
          <p:cNvPicPr preferRelativeResize="0"/>
          <p:nvPr/>
        </p:nvPicPr>
        <p:blipFill rotWithShape="1">
          <a:blip r:embed="rId3">
            <a:alphaModFix/>
          </a:blip>
          <a:srcRect b="0" l="-6053" r="-6041" t="-12095"/>
          <a:stretch/>
        </p:blipFill>
        <p:spPr>
          <a:xfrm>
            <a:off x="5976850" y="1180950"/>
            <a:ext cx="2781600" cy="278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1000"/>
                                        <p:tgtEl>
                                          <p:spTgt spid="23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animEffect filter="fade" transition="in">
                                      <p:cBhvr>
                                        <p:cTn dur="500"/>
                                        <p:tgtEl>
                                          <p:spTgt spid="2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animEffect filter="fade" transition="in">
                                      <p:cBhvr>
                                        <p:cTn dur="500"/>
                                        <p:tgtEl>
                                          <p:spTgt spid="2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animEffect filter="fade" transition="in">
                                      <p:cBhvr>
                                        <p:cTn dur="500"/>
                                        <p:tgtEl>
                                          <p:spTgt spid="2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animEffect filter="fade" transition="in">
                                      <p:cBhvr>
                                        <p:cTn dur="500"/>
                                        <p:tgtEl>
                                          <p:spTgt spid="2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animEffect filter="fade" transition="in">
                                      <p:cBhvr>
                                        <p:cTn dur="500"/>
                                        <p:tgtEl>
                                          <p:spTgt spid="2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animEffect filter="fade" transition="in">
                                      <p:cBhvr>
                                        <p:cTn dur="500"/>
                                        <p:tgtEl>
                                          <p:spTgt spid="2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6" st="6"/>
                                            </p:txEl>
                                          </p:spTgt>
                                        </p:tgtEl>
                                        <p:attrNameLst>
                                          <p:attrName>style.visibility</p:attrName>
                                        </p:attrNameLst>
                                      </p:cBhvr>
                                      <p:to>
                                        <p:strVal val="visible"/>
                                      </p:to>
                                    </p:set>
                                    <p:animEffect filter="fade" transition="in">
                                      <p:cBhvr>
                                        <p:cTn dur="500"/>
                                        <p:tgtEl>
                                          <p:spTgt spid="2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7" st="7"/>
                                            </p:txEl>
                                          </p:spTgt>
                                        </p:tgtEl>
                                        <p:attrNameLst>
                                          <p:attrName>style.visibility</p:attrName>
                                        </p:attrNameLst>
                                      </p:cBhvr>
                                      <p:to>
                                        <p:strVal val="visible"/>
                                      </p:to>
                                    </p:set>
                                    <p:animEffect filter="fade" transition="in">
                                      <p:cBhvr>
                                        <p:cTn dur="500"/>
                                        <p:tgtEl>
                                          <p:spTgt spid="23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xEl>
                                              <p:pRg end="8" st="8"/>
                                            </p:txEl>
                                          </p:spTgt>
                                        </p:tgtEl>
                                        <p:attrNameLst>
                                          <p:attrName>style.visibility</p:attrName>
                                        </p:attrNameLst>
                                      </p:cBhvr>
                                      <p:to>
                                        <p:strVal val="visible"/>
                                      </p:to>
                                    </p:set>
                                    <p:animEffect filter="fade" transition="in">
                                      <p:cBhvr>
                                        <p:cTn dur="500"/>
                                        <p:tgtEl>
                                          <p:spTgt spid="23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p24"/>
          <p:cNvSpPr txBox="1"/>
          <p:nvPr>
            <p:ph idx="4294967295" type="body"/>
          </p:nvPr>
        </p:nvSpPr>
        <p:spPr>
          <a:xfrm>
            <a:off x="471775" y="1241350"/>
            <a:ext cx="6048900" cy="2816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sz="1300">
                <a:solidFill>
                  <a:schemeClr val="dk2"/>
                </a:solidFill>
                <a:latin typeface="Century Gothic"/>
                <a:ea typeface="Century Gothic"/>
                <a:cs typeface="Century Gothic"/>
                <a:sym typeface="Century Gothic"/>
              </a:rPr>
              <a:t>Nuestros agentes de IA están diseñados para:</a:t>
            </a:r>
            <a:endParaRPr b="1" sz="1300">
              <a:solidFill>
                <a:schemeClr val="dk2"/>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b="1" sz="13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Responder de inmediato a consultas frecuentes.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Calificar prospectos en tiempo real usando tus propios criterios comerciales.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Agendar citas o demostraciones automáticamente en los calendarios de tus representantes de ventas.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Enviar confirmaciones automáticas por WhatsApp y correo electrónico, tanto para clientes como para tu equipo comercial.</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60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Notificar a tu equipo comercial o de soporte sobre tareas, seguimientos o clientes calientes, para que nada se quede sin atender.</a:t>
            </a:r>
            <a:endParaRPr sz="1200">
              <a:solidFill>
                <a:schemeClr val="dk2"/>
              </a:solidFill>
              <a:latin typeface="Century Gothic"/>
              <a:ea typeface="Century Gothic"/>
              <a:cs typeface="Century Gothic"/>
              <a:sym typeface="Century Gothic"/>
            </a:endParaRPr>
          </a:p>
        </p:txBody>
      </p:sp>
      <p:sp>
        <p:nvSpPr>
          <p:cNvPr id="242" name="Google Shape;242;p24"/>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43" name="Google Shape;243;p24"/>
          <p:cNvSpPr txBox="1"/>
          <p:nvPr>
            <p:ph idx="4294967295" type="title"/>
          </p:nvPr>
        </p:nvSpPr>
        <p:spPr>
          <a:xfrm>
            <a:off x="340775" y="303850"/>
            <a:ext cx="8494800" cy="628500"/>
          </a:xfrm>
          <a:prstGeom prst="rect">
            <a:avLst/>
          </a:prstGeom>
          <a:noFill/>
          <a:ln>
            <a:noFill/>
          </a:ln>
        </p:spPr>
        <p:txBody>
          <a:bodyPr anchorCtr="0" anchor="t" bIns="0" lIns="0" spcFirstLastPara="1" rIns="0" wrap="square" tIns="12700">
            <a:spAutoFit/>
          </a:bodyPr>
          <a:lstStyle/>
          <a:p>
            <a:pPr indent="0" lvl="0" marL="241933"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Integración </a:t>
            </a:r>
            <a:r>
              <a:rPr lang="en-US" sz="2000">
                <a:solidFill>
                  <a:schemeClr val="accent1"/>
                </a:solidFill>
                <a:highlight>
                  <a:srgbClr val="FFFFFF"/>
                </a:highlight>
                <a:latin typeface="Century Gothic"/>
                <a:ea typeface="Century Gothic"/>
                <a:cs typeface="Century Gothic"/>
                <a:sym typeface="Century Gothic"/>
              </a:rPr>
              <a:t>Omnicanal</a:t>
            </a:r>
            <a:r>
              <a:rPr lang="en-US" sz="2000">
                <a:solidFill>
                  <a:schemeClr val="accent1"/>
                </a:solidFill>
                <a:highlight>
                  <a:srgbClr val="FFFFFF"/>
                </a:highlight>
                <a:latin typeface="Century Gothic"/>
                <a:ea typeface="Century Gothic"/>
                <a:cs typeface="Century Gothic"/>
                <a:sym typeface="Century Gothic"/>
              </a:rPr>
              <a:t>, atención inmediata y fluidez en tu operación comercial</a:t>
            </a:r>
            <a:endParaRPr sz="2000">
              <a:solidFill>
                <a:schemeClr val="accent1"/>
              </a:solidFill>
              <a:highlight>
                <a:srgbClr val="FFFFFF"/>
              </a:highlight>
              <a:latin typeface="Century Gothic"/>
              <a:ea typeface="Century Gothic"/>
              <a:cs typeface="Century Gothic"/>
              <a:sym typeface="Century Gothic"/>
            </a:endParaRPr>
          </a:p>
        </p:txBody>
      </p:sp>
      <p:sp>
        <p:nvSpPr>
          <p:cNvPr id="244" name="Google Shape;244;p24"/>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a:t>
            </a:r>
            <a:endParaRPr i="1" sz="2200" u="none" cap="none" strike="noStrike">
              <a:solidFill>
                <a:schemeClr val="accent1"/>
              </a:solidFill>
              <a:latin typeface="Century Gothic"/>
              <a:ea typeface="Century Gothic"/>
              <a:cs typeface="Century Gothic"/>
              <a:sym typeface="Century Gothic"/>
            </a:endParaRPr>
          </a:p>
        </p:txBody>
      </p:sp>
      <p:sp>
        <p:nvSpPr>
          <p:cNvPr id="245" name="Google Shape;245;p24"/>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1000"/>
                                        <p:tgtEl>
                                          <p:spTgt spid="24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animEffect filter="fade" transition="in">
                                      <p:cBhvr>
                                        <p:cTn dur="500"/>
                                        <p:tgtEl>
                                          <p:spTgt spid="2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animEffect filter="fade" transition="in">
                                      <p:cBhvr>
                                        <p:cTn dur="500"/>
                                        <p:tgtEl>
                                          <p:spTgt spid="2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animEffect filter="fade" transition="in">
                                      <p:cBhvr>
                                        <p:cTn dur="500"/>
                                        <p:tgtEl>
                                          <p:spTgt spid="2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animEffect filter="fade" transition="in">
                                      <p:cBhvr>
                                        <p:cTn dur="500"/>
                                        <p:tgtEl>
                                          <p:spTgt spid="2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animEffect filter="fade" transition="in">
                                      <p:cBhvr>
                                        <p:cTn dur="500"/>
                                        <p:tgtEl>
                                          <p:spTgt spid="2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animEffect filter="fade" transition="in">
                                      <p:cBhvr>
                                        <p:cTn dur="500"/>
                                        <p:tgtEl>
                                          <p:spTgt spid="2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animEffect filter="fade" transition="in">
                                      <p:cBhvr>
                                        <p:cTn dur="500"/>
                                        <p:tgtEl>
                                          <p:spTgt spid="24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49" name="Shape 249"/>
        <p:cNvGrpSpPr/>
        <p:nvPr/>
      </p:nvGrpSpPr>
      <p:grpSpPr>
        <a:xfrm>
          <a:off x="0" y="0"/>
          <a:ext cx="0" cy="0"/>
          <a:chOff x="0" y="0"/>
          <a:chExt cx="0" cy="0"/>
        </a:xfrm>
      </p:grpSpPr>
      <p:sp>
        <p:nvSpPr>
          <p:cNvPr id="250" name="Google Shape;250;p29"/>
          <p:cNvSpPr txBox="1"/>
          <p:nvPr>
            <p:ph idx="4294967295" type="ctrTitle"/>
          </p:nvPr>
        </p:nvSpPr>
        <p:spPr>
          <a:xfrm>
            <a:off x="685802" y="1991846"/>
            <a:ext cx="7772400" cy="115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2400"/>
              <a:buFont typeface="Nunito Sans"/>
              <a:buNone/>
            </a:pPr>
            <a:r>
              <a:rPr b="1" i="0" lang="en-US" sz="3000" u="none" cap="none" strike="noStrike">
                <a:solidFill>
                  <a:srgbClr val="FFFFFF"/>
                </a:solidFill>
                <a:latin typeface="Century Gothic"/>
                <a:ea typeface="Century Gothic"/>
                <a:cs typeface="Century Gothic"/>
                <a:sym typeface="Century Gothic"/>
              </a:rPr>
              <a:t>PROPUESTA </a:t>
            </a:r>
            <a:r>
              <a:rPr b="1" lang="en-US" sz="3000">
                <a:latin typeface="Century Gothic"/>
                <a:ea typeface="Century Gothic"/>
                <a:cs typeface="Century Gothic"/>
                <a:sym typeface="Century Gothic"/>
              </a:rPr>
              <a:t>de </a:t>
            </a:r>
            <a:r>
              <a:rPr b="1" i="1" lang="en-US" sz="3000">
                <a:latin typeface="Century Gothic"/>
                <a:ea typeface="Century Gothic"/>
                <a:cs typeface="Century Gothic"/>
                <a:sym typeface="Century Gothic"/>
              </a:rPr>
              <a:t>Agentes de IA</a:t>
            </a:r>
            <a:r>
              <a:rPr b="1" i="1" lang="en-US" sz="3000" u="none" cap="none" strike="noStrike">
                <a:solidFill>
                  <a:srgbClr val="FFFFFF"/>
                </a:solidFill>
                <a:latin typeface="Century Gothic"/>
                <a:ea typeface="Century Gothic"/>
                <a:cs typeface="Century Gothic"/>
                <a:sym typeface="Century Gothic"/>
              </a:rPr>
              <a:t> </a:t>
            </a:r>
            <a:endParaRPr i="0" sz="3000" u="none" cap="none" strike="noStrike">
              <a:solidFill>
                <a:srgbClr val="FFFFFF"/>
              </a:solidFill>
              <a:latin typeface="Century Gothic"/>
              <a:ea typeface="Century Gothic"/>
              <a:cs typeface="Century Gothic"/>
              <a:sym typeface="Century Gothic"/>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graphicFrame>
        <p:nvGraphicFramePr>
          <p:cNvPr id="255" name="Google Shape;255;p31"/>
          <p:cNvGraphicFramePr/>
          <p:nvPr/>
        </p:nvGraphicFramePr>
        <p:xfrm>
          <a:off x="590700" y="1196222"/>
          <a:ext cx="3000000" cy="3000000"/>
        </p:xfrm>
        <a:graphic>
          <a:graphicData uri="http://schemas.openxmlformats.org/drawingml/2006/table">
            <a:tbl>
              <a:tblPr>
                <a:noFill/>
                <a:tableStyleId>{0A48DE15-689D-4A5E-B242-09BCBF4B4687}</a:tableStyleId>
              </a:tblPr>
              <a:tblGrid>
                <a:gridCol w="5445150"/>
                <a:gridCol w="839150"/>
                <a:gridCol w="839150"/>
                <a:gridCol w="839150"/>
              </a:tblGrid>
              <a:tr h="262875">
                <a:tc>
                  <a:txBody>
                    <a:bodyPr/>
                    <a:lstStyle/>
                    <a:p>
                      <a:pPr indent="0" lvl="0" marL="0" marR="0" rtl="0" algn="l">
                        <a:lnSpc>
                          <a:spcPct val="115000"/>
                        </a:lnSpc>
                        <a:spcBef>
                          <a:spcPts val="0"/>
                        </a:spcBef>
                        <a:spcAft>
                          <a:spcPts val="0"/>
                        </a:spcAft>
                        <a:buClr>
                          <a:srgbClr val="000000"/>
                        </a:buClr>
                        <a:buSzPts val="1200"/>
                        <a:buFont typeface="Arial"/>
                        <a:buNone/>
                      </a:pPr>
                      <a:r>
                        <a:rPr b="1" lang="en-US" sz="1200">
                          <a:solidFill>
                            <a:srgbClr val="FFFFFF"/>
                          </a:solidFill>
                          <a:latin typeface="Century Gothic"/>
                          <a:ea typeface="Century Gothic"/>
                          <a:cs typeface="Century Gothic"/>
                          <a:sym typeface="Century Gothic"/>
                        </a:rPr>
                        <a:t>Plataforma integral de atención y automatización para empresas</a:t>
                      </a:r>
                      <a:endParaRPr b="1" sz="1200" u="none" cap="none" strike="noStrike">
                        <a:solidFill>
                          <a:srgbClr val="FFFFFF"/>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a:solidFill>
                            <a:srgbClr val="FFFFFF"/>
                          </a:solidFill>
                          <a:latin typeface="Lato"/>
                          <a:ea typeface="Lato"/>
                          <a:cs typeface="Lato"/>
                          <a:sym typeface="Lato"/>
                        </a:rPr>
                        <a:t>Básico</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a:solidFill>
                            <a:srgbClr val="FFFFFF"/>
                          </a:solidFill>
                          <a:latin typeface="Lato"/>
                          <a:ea typeface="Lato"/>
                          <a:cs typeface="Lato"/>
                          <a:sym typeface="Lato"/>
                        </a:rPr>
                        <a:t>Premium</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i="1" lang="en-US" sz="1200" u="none" cap="none" strike="noStrike">
                          <a:solidFill>
                            <a:srgbClr val="FFFFFF"/>
                          </a:solidFill>
                          <a:latin typeface="Lato"/>
                          <a:ea typeface="Lato"/>
                          <a:cs typeface="Lato"/>
                          <a:sym typeface="Lato"/>
                        </a:rPr>
                        <a:t>Profesional</a:t>
                      </a:r>
                      <a:endParaRPr b="1" i="1" sz="1200" u="none" cap="none" strike="noStrike">
                        <a:solidFill>
                          <a:srgbClr val="FFFFFF"/>
                        </a:solidFill>
                        <a:latin typeface="Lato"/>
                        <a:ea typeface="Lato"/>
                        <a:cs typeface="Lato"/>
                        <a:sym typeface="Lato"/>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r h="387350">
                <a:tc>
                  <a:txBody>
                    <a:bodyPr/>
                    <a:lstStyle/>
                    <a:p>
                      <a:pPr indent="0" lvl="0" marL="0" marR="0" rtl="0" algn="l">
                        <a:lnSpc>
                          <a:spcPct val="115000"/>
                        </a:lnSpc>
                        <a:spcBef>
                          <a:spcPts val="0"/>
                        </a:spcBef>
                        <a:spcAft>
                          <a:spcPts val="0"/>
                        </a:spcAft>
                        <a:buClr>
                          <a:srgbClr val="000000"/>
                        </a:buClr>
                        <a:buSzPts val="1000"/>
                        <a:buFont typeface="Arial"/>
                        <a:buNone/>
                      </a:pPr>
                      <a:r>
                        <a:rPr b="1" lang="en-US" sz="1000">
                          <a:solidFill>
                            <a:srgbClr val="666666"/>
                          </a:solidFill>
                          <a:latin typeface="Century Gothic"/>
                          <a:ea typeface="Century Gothic"/>
                          <a:cs typeface="Century Gothic"/>
                          <a:sym typeface="Century Gothic"/>
                        </a:rPr>
                        <a:t>Acceso</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a:solidFill>
                            <a:srgbClr val="666666"/>
                          </a:solidFill>
                          <a:latin typeface="Century Gothic"/>
                          <a:ea typeface="Century Gothic"/>
                          <a:cs typeface="Century Gothic"/>
                          <a:sym typeface="Century Gothic"/>
                        </a:rPr>
                        <a:t>1 cuenta automatizada para la empresa con asesores ilimitados.CRM:</a:t>
                      </a:r>
                      <a:r>
                        <a:rPr lang="en-US" sz="800">
                          <a:solidFill>
                            <a:srgbClr val="666666"/>
                          </a:solidFill>
                          <a:latin typeface="Century Gothic"/>
                          <a:ea typeface="Century Gothic"/>
                          <a:cs typeface="Century Gothic"/>
                          <a:sym typeface="Century Gothic"/>
                        </a:rPr>
                        <a:t> categorización</a:t>
                      </a:r>
                      <a:r>
                        <a:rPr lang="en-US" sz="800">
                          <a:solidFill>
                            <a:srgbClr val="666666"/>
                          </a:solidFill>
                          <a:latin typeface="Century Gothic"/>
                          <a:ea typeface="Century Gothic"/>
                          <a:cs typeface="Century Gothic"/>
                          <a:sym typeface="Century Gothic"/>
                        </a:rPr>
                        <a:t>, métricas y reportes.</a:t>
                      </a:r>
                      <a:endParaRPr sz="800">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a:solidFill>
                            <a:srgbClr val="666666"/>
                          </a:solidFill>
                          <a:latin typeface="Century Gothic"/>
                          <a:ea typeface="Century Gothic"/>
                          <a:cs typeface="Century Gothic"/>
                          <a:sym typeface="Century Gothic"/>
                        </a:rPr>
                        <a:t>Seguimiento y filtración de usuarios</a:t>
                      </a:r>
                      <a:endParaRPr sz="800">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15000"/>
                        </a:lnSpc>
                        <a:spcBef>
                          <a:spcPts val="0"/>
                        </a:spcBef>
                        <a:spcAft>
                          <a:spcPts val="0"/>
                        </a:spcAft>
                        <a:buClr>
                          <a:srgbClr val="000000"/>
                        </a:buClr>
                        <a:buSzPts val="1000"/>
                        <a:buFont typeface="Arial"/>
                        <a:buNone/>
                      </a:pPr>
                      <a:r>
                        <a:rPr b="1" lang="en-US" sz="1000">
                          <a:solidFill>
                            <a:srgbClr val="666666"/>
                          </a:solidFill>
                          <a:latin typeface="Century Gothic"/>
                          <a:ea typeface="Century Gothic"/>
                          <a:cs typeface="Century Gothic"/>
                          <a:sym typeface="Century Gothic"/>
                        </a:rPr>
                        <a:t>Integraciones de IA omnicanal</a:t>
                      </a:r>
                      <a:endParaRPr b="1" sz="1000" u="none" cap="none" strike="noStrike">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a:solidFill>
                            <a:schemeClr val="dk2"/>
                          </a:solidFill>
                          <a:latin typeface="Century Gothic"/>
                          <a:ea typeface="Century Gothic"/>
                          <a:cs typeface="Century Gothic"/>
                          <a:sym typeface="Century Gothic"/>
                        </a:rPr>
                        <a:t>Meta: </a:t>
                      </a:r>
                      <a:r>
                        <a:rPr lang="en-US" sz="800">
                          <a:solidFill>
                            <a:srgbClr val="666666"/>
                          </a:solidFill>
                          <a:latin typeface="Century Gothic"/>
                          <a:ea typeface="Century Gothic"/>
                          <a:cs typeface="Century Gothic"/>
                          <a:sym typeface="Century Gothic"/>
                        </a:rPr>
                        <a:t>Facebook, </a:t>
                      </a:r>
                      <a:r>
                        <a:rPr lang="en-US" sz="800">
                          <a:solidFill>
                            <a:schemeClr val="dk2"/>
                          </a:solidFill>
                          <a:latin typeface="Century Gothic"/>
                          <a:ea typeface="Century Gothic"/>
                          <a:cs typeface="Century Gothic"/>
                          <a:sym typeface="Century Gothic"/>
                        </a:rPr>
                        <a:t>WhatsApp</a:t>
                      </a:r>
                      <a:r>
                        <a:rPr lang="en-US" sz="800">
                          <a:solidFill>
                            <a:srgbClr val="666666"/>
                          </a:solidFill>
                          <a:latin typeface="Century Gothic"/>
                          <a:ea typeface="Century Gothic"/>
                          <a:cs typeface="Century Gothic"/>
                          <a:sym typeface="Century Gothic"/>
                        </a:rPr>
                        <a:t>, </a:t>
                      </a:r>
                      <a:r>
                        <a:rPr lang="en-US" sz="800">
                          <a:solidFill>
                            <a:schemeClr val="dk2"/>
                          </a:solidFill>
                          <a:latin typeface="Century Gothic"/>
                          <a:ea typeface="Century Gothic"/>
                          <a:cs typeface="Century Gothic"/>
                          <a:sym typeface="Century Gothic"/>
                        </a:rPr>
                        <a:t>Messenger &amp; </a:t>
                      </a:r>
                      <a:r>
                        <a:rPr lang="en-US" sz="800">
                          <a:solidFill>
                            <a:srgbClr val="666666"/>
                          </a:solidFill>
                          <a:latin typeface="Century Gothic"/>
                          <a:ea typeface="Century Gothic"/>
                          <a:cs typeface="Century Gothic"/>
                          <a:sym typeface="Century Gothic"/>
                        </a:rPr>
                        <a:t>Instagram</a:t>
                      </a:r>
                      <a:endParaRPr sz="800">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a:solidFill>
                            <a:srgbClr val="666666"/>
                          </a:solidFill>
                          <a:latin typeface="Century Gothic"/>
                          <a:ea typeface="Century Gothic"/>
                          <a:cs typeface="Century Gothic"/>
                          <a:sym typeface="Century Gothic"/>
                        </a:rPr>
                        <a:t>TikTok, Telegram, y otras</a:t>
                      </a:r>
                      <a:endParaRPr sz="800">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rPr lang="en-US" sz="800">
                          <a:solidFill>
                            <a:srgbClr val="666666"/>
                          </a:solidFill>
                          <a:latin typeface="Century Gothic"/>
                          <a:ea typeface="Century Gothic"/>
                          <a:cs typeface="Century Gothic"/>
                          <a:sym typeface="Century Gothic"/>
                        </a:rPr>
                        <a:t>Automatización de comentarios</a:t>
                      </a:r>
                      <a:endParaRPr sz="800">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800"/>
                        <a:buFont typeface="Arial"/>
                        <a:buNone/>
                      </a:pPr>
                      <a:r>
                        <a:t/>
                      </a:r>
                      <a:endParaRPr sz="800">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512075">
                <a:tc>
                  <a:txBody>
                    <a:bodyPr/>
                    <a:lstStyle/>
                    <a:p>
                      <a:pPr indent="0" lvl="0" marL="0" marR="0" rtl="0" algn="l">
                        <a:lnSpc>
                          <a:spcPct val="150000"/>
                        </a:lnSpc>
                        <a:spcBef>
                          <a:spcPts val="0"/>
                        </a:spcBef>
                        <a:spcAft>
                          <a:spcPts val="0"/>
                        </a:spcAft>
                        <a:buClr>
                          <a:srgbClr val="000000"/>
                        </a:buClr>
                        <a:buSzPts val="1100"/>
                        <a:buFont typeface="Arial"/>
                        <a:buNone/>
                      </a:pPr>
                      <a:r>
                        <a:rPr b="1" lang="en-US" sz="1000">
                          <a:solidFill>
                            <a:srgbClr val="666666"/>
                          </a:solidFill>
                          <a:latin typeface="Century Gothic"/>
                          <a:ea typeface="Century Gothic"/>
                          <a:cs typeface="Century Gothic"/>
                          <a:sym typeface="Century Gothic"/>
                        </a:rPr>
                        <a:t>Desarrollo e Implementación de Estrategia de Conversión</a:t>
                      </a:r>
                      <a:endParaRPr sz="800">
                        <a:solidFill>
                          <a:srgbClr val="666666"/>
                        </a:solidFill>
                        <a:latin typeface="Century Gothic"/>
                        <a:ea typeface="Century Gothic"/>
                        <a:cs typeface="Century Gothic"/>
                        <a:sym typeface="Century Gothic"/>
                      </a:endParaRPr>
                    </a:p>
                    <a:p>
                      <a:pPr indent="0" lvl="0" marL="0" marR="0" rtl="0" algn="l">
                        <a:lnSpc>
                          <a:spcPct val="115000"/>
                        </a:lnSpc>
                        <a:spcBef>
                          <a:spcPts val="0"/>
                        </a:spcBef>
                        <a:spcAft>
                          <a:spcPts val="0"/>
                        </a:spcAft>
                        <a:buClr>
                          <a:srgbClr val="000000"/>
                        </a:buClr>
                        <a:buSzPts val="1100"/>
                        <a:buFont typeface="Arial"/>
                        <a:buNone/>
                      </a:pPr>
                      <a:r>
                        <a:rPr lang="en-US" sz="800">
                          <a:solidFill>
                            <a:srgbClr val="666666"/>
                          </a:solidFill>
                          <a:latin typeface="Century Gothic"/>
                          <a:ea typeface="Century Gothic"/>
                          <a:cs typeface="Century Gothic"/>
                          <a:sym typeface="Century Gothic"/>
                        </a:rPr>
                        <a:t>Atención inmediata de clientes potenciales (Leads) vía WhatsApp/IG/Messenger (Conversaciones).</a:t>
                      </a:r>
                      <a:endParaRPr sz="800">
                        <a:solidFill>
                          <a:srgbClr val="666666"/>
                        </a:solidFill>
                        <a:latin typeface="Century Gothic"/>
                        <a:ea typeface="Century Gothic"/>
                        <a:cs typeface="Century Gothic"/>
                        <a:sym typeface="Century Gothic"/>
                      </a:endParaRPr>
                    </a:p>
                    <a:p>
                      <a:pPr indent="0" lvl="0" marL="0" marR="0" rtl="0" algn="l">
                        <a:lnSpc>
                          <a:spcPct val="150000"/>
                        </a:lnSpc>
                        <a:spcBef>
                          <a:spcPts val="0"/>
                        </a:spcBef>
                        <a:spcAft>
                          <a:spcPts val="0"/>
                        </a:spcAft>
                        <a:buClr>
                          <a:srgbClr val="000000"/>
                        </a:buClr>
                        <a:buSzPts val="1100"/>
                        <a:buFont typeface="Arial"/>
                        <a:buNone/>
                      </a:pPr>
                      <a:r>
                        <a:rPr lang="en-US" sz="800">
                          <a:solidFill>
                            <a:srgbClr val="666666"/>
                          </a:solidFill>
                          <a:latin typeface="Century Gothic"/>
                          <a:ea typeface="Century Gothic"/>
                          <a:cs typeface="Century Gothic"/>
                          <a:sym typeface="Century Gothic"/>
                        </a:rPr>
                        <a:t>[PAQUETE DE PUBLICIDAD ETC]</a:t>
                      </a:r>
                      <a:endParaRPr sz="800">
                        <a:solidFill>
                          <a:srgbClr val="666666"/>
                        </a:solidFill>
                        <a:latin typeface="Century Gothic"/>
                        <a:ea typeface="Century Gothic"/>
                        <a:cs typeface="Century Gothic"/>
                        <a:sym typeface="Century Gothic"/>
                      </a:endParaRPr>
                    </a:p>
                    <a:p>
                      <a:pPr indent="0" lvl="0" marL="0" marR="0" rtl="0" algn="l">
                        <a:lnSpc>
                          <a:spcPct val="150000"/>
                        </a:lnSpc>
                        <a:spcBef>
                          <a:spcPts val="0"/>
                        </a:spcBef>
                        <a:spcAft>
                          <a:spcPts val="0"/>
                        </a:spcAft>
                        <a:buClr>
                          <a:srgbClr val="000000"/>
                        </a:buClr>
                        <a:buSzPts val="1100"/>
                        <a:buFont typeface="Arial"/>
                        <a:buNone/>
                      </a:pPr>
                      <a:r>
                        <a:rPr lang="en-US" sz="800">
                          <a:solidFill>
                            <a:srgbClr val="666666"/>
                          </a:solidFill>
                          <a:latin typeface="Century Gothic"/>
                          <a:ea typeface="Century Gothic"/>
                          <a:cs typeface="Century Gothic"/>
                          <a:sym typeface="Century Gothic"/>
                        </a:rPr>
                        <a:t>[CARACTERÍSTICAS ADICIONALES]</a:t>
                      </a:r>
                      <a:endParaRPr sz="800">
                        <a:solidFill>
                          <a:srgbClr val="666666"/>
                        </a:solidFill>
                        <a:latin typeface="Century Gothic"/>
                        <a:ea typeface="Century Gothic"/>
                        <a:cs typeface="Century Gothic"/>
                        <a:sym typeface="Century Gothic"/>
                      </a:endParaRPr>
                    </a:p>
                    <a:p>
                      <a:pPr indent="0" lvl="0" marL="0" marR="0" rtl="0" algn="l">
                        <a:lnSpc>
                          <a:spcPct val="125000"/>
                        </a:lnSpc>
                        <a:spcBef>
                          <a:spcPts val="0"/>
                        </a:spcBef>
                        <a:spcAft>
                          <a:spcPts val="0"/>
                        </a:spcAft>
                        <a:buClr>
                          <a:srgbClr val="000000"/>
                        </a:buClr>
                        <a:buSzPts val="1100"/>
                        <a:buFont typeface="Arial"/>
                        <a:buNone/>
                      </a:pPr>
                      <a:r>
                        <a:rPr b="1" lang="en-US" sz="800">
                          <a:solidFill>
                            <a:srgbClr val="666666"/>
                          </a:solidFill>
                          <a:latin typeface="Century Gothic"/>
                          <a:ea typeface="Century Gothic"/>
                          <a:cs typeface="Century Gothic"/>
                          <a:sym typeface="Century Gothic"/>
                        </a:rPr>
                        <a:t>Implementación de proceso de calificación y agendamiento con agente de Whatsapp.</a:t>
                      </a:r>
                      <a:endParaRPr sz="800">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a:solidFill>
                            <a:srgbClr val="666666"/>
                          </a:solidFill>
                          <a:latin typeface="Lato"/>
                          <a:ea typeface="Lato"/>
                          <a:cs typeface="Lato"/>
                          <a:sym typeface="Lato"/>
                        </a:rPr>
                        <a:t>1,00</a:t>
                      </a:r>
                      <a:r>
                        <a:rPr lang="en-US" sz="1000" u="none" cap="none" strike="noStrike">
                          <a:solidFill>
                            <a:srgbClr val="666666"/>
                          </a:solidFill>
                          <a:latin typeface="Lato"/>
                          <a:ea typeface="Lato"/>
                          <a:cs typeface="Lato"/>
                          <a:sym typeface="Lato"/>
                        </a:rPr>
                        <a:t>0</a:t>
                      </a:r>
                      <a:r>
                        <a:rPr lang="en-US" sz="800" u="none" cap="none" strike="noStrike">
                          <a:solidFill>
                            <a:srgbClr val="666666"/>
                          </a:solidFill>
                          <a:latin typeface="Lato"/>
                          <a:ea typeface="Lato"/>
                          <a:cs typeface="Lato"/>
                          <a:sym typeface="Lato"/>
                        </a:rPr>
                        <a:t> </a:t>
                      </a:r>
                      <a:endParaRPr sz="8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u="none" cap="none" strike="noStrike">
                          <a:solidFill>
                            <a:srgbClr val="666666"/>
                          </a:solidFill>
                          <a:latin typeface="Lato"/>
                          <a:ea typeface="Lato"/>
                          <a:cs typeface="Lato"/>
                          <a:sym typeface="Lato"/>
                        </a:rPr>
                        <a:t>$</a:t>
                      </a:r>
                      <a:r>
                        <a:rPr lang="en-US" sz="900">
                          <a:solidFill>
                            <a:srgbClr val="666666"/>
                          </a:solidFill>
                          <a:latin typeface="Lato"/>
                          <a:ea typeface="Lato"/>
                          <a:cs typeface="Lato"/>
                          <a:sym typeface="Lato"/>
                        </a:rPr>
                        <a:t>$$$</a:t>
                      </a:r>
                      <a:endParaRPr sz="9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b="1" lang="en-US" sz="1000">
                          <a:solidFill>
                            <a:schemeClr val="dk2"/>
                          </a:solidFill>
                          <a:latin typeface="Lato"/>
                          <a:ea typeface="Lato"/>
                          <a:cs typeface="Lato"/>
                          <a:sym typeface="Lato"/>
                        </a:rPr>
                        <a:t>[item 3]</a:t>
                      </a:r>
                      <a:endParaRPr b="1"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a:solidFill>
                            <a:srgbClr val="666666"/>
                          </a:solidFill>
                          <a:latin typeface="Lato"/>
                          <a:ea typeface="Lato"/>
                          <a:cs typeface="Lato"/>
                          <a:sym typeface="Lato"/>
                        </a:rPr>
                        <a:t>1,500</a:t>
                      </a:r>
                      <a:r>
                        <a:rPr lang="en-US" sz="1000" u="none" cap="none" strike="noStrike">
                          <a:solidFill>
                            <a:srgbClr val="666666"/>
                          </a:solidFill>
                          <a:latin typeface="Lato"/>
                          <a:ea typeface="Lato"/>
                          <a:cs typeface="Lato"/>
                          <a:sym typeface="Lato"/>
                        </a:rPr>
                        <a:t> </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u="none" cap="none" strike="noStrike">
                          <a:solidFill>
                            <a:srgbClr val="666666"/>
                          </a:solidFill>
                          <a:latin typeface="Lato"/>
                          <a:ea typeface="Lato"/>
                          <a:cs typeface="Lato"/>
                          <a:sym typeface="Lato"/>
                        </a:rPr>
                        <a:t>$</a:t>
                      </a:r>
                      <a:r>
                        <a:rPr lang="en-US" sz="900">
                          <a:solidFill>
                            <a:srgbClr val="666666"/>
                          </a:solidFill>
                          <a:latin typeface="Lato"/>
                          <a:ea typeface="Lato"/>
                          <a:cs typeface="Lato"/>
                          <a:sym typeface="Lato"/>
                        </a:rPr>
                        <a:t>$$$</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b="1" lang="en-US" sz="1000">
                          <a:solidFill>
                            <a:schemeClr val="dk2"/>
                          </a:solidFill>
                          <a:latin typeface="Lato"/>
                          <a:ea typeface="Lato"/>
                          <a:cs typeface="Lato"/>
                          <a:sym typeface="Lato"/>
                        </a:rPr>
                        <a:t>[item 3]</a:t>
                      </a:r>
                      <a:endParaRPr b="1" sz="1000" u="none" cap="none" strike="noStrike">
                        <a:solidFill>
                          <a:srgbClr val="666666"/>
                        </a:solidFill>
                        <a:latin typeface="Lato"/>
                        <a:ea typeface="Lato"/>
                        <a:cs typeface="Lato"/>
                        <a:sym typeface="Lato"/>
                      </a:endParaRPr>
                    </a:p>
                    <a:p>
                      <a:pPr indent="0" lvl="0" marL="0" marR="0" rtl="0" algn="ctr">
                        <a:lnSpc>
                          <a:spcPct val="115000"/>
                        </a:lnSpc>
                        <a:spcBef>
                          <a:spcPts val="300"/>
                        </a:spcBef>
                        <a:spcAft>
                          <a:spcPts val="0"/>
                        </a:spcAft>
                        <a:buClr>
                          <a:srgbClr val="000000"/>
                        </a:buClr>
                        <a:buSzPts val="800"/>
                        <a:buFont typeface="Arial"/>
                        <a:buNone/>
                      </a:pPr>
                      <a:r>
                        <a:t/>
                      </a:r>
                      <a:endParaRPr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1000">
                          <a:solidFill>
                            <a:srgbClr val="666666"/>
                          </a:solidFill>
                          <a:latin typeface="Lato"/>
                          <a:ea typeface="Lato"/>
                          <a:cs typeface="Lato"/>
                          <a:sym typeface="Lato"/>
                        </a:rPr>
                        <a:t>ilimitados</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700" u="none" cap="none" strike="noStrike">
                          <a:solidFill>
                            <a:srgbClr val="666666"/>
                          </a:solidFill>
                          <a:latin typeface="Lato"/>
                          <a:ea typeface="Lato"/>
                          <a:cs typeface="Lato"/>
                          <a:sym typeface="Lato"/>
                        </a:rPr>
                        <a:t>Leads</a:t>
                      </a:r>
                      <a:endParaRPr sz="7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lang="en-US" sz="900" u="none" cap="none" strike="noStrike">
                          <a:solidFill>
                            <a:srgbClr val="666666"/>
                          </a:solidFill>
                          <a:latin typeface="Lato"/>
                          <a:ea typeface="Lato"/>
                          <a:cs typeface="Lato"/>
                          <a:sym typeface="Lato"/>
                        </a:rPr>
                        <a:t>$</a:t>
                      </a:r>
                      <a:r>
                        <a:rPr lang="en-US" sz="900">
                          <a:solidFill>
                            <a:srgbClr val="666666"/>
                          </a:solidFill>
                          <a:latin typeface="Lato"/>
                          <a:ea typeface="Lato"/>
                          <a:cs typeface="Lato"/>
                          <a:sym typeface="Lato"/>
                        </a:rPr>
                        <a:t>$$$</a:t>
                      </a:r>
                      <a:endParaRPr sz="1000" u="none" cap="none" strike="noStrike">
                        <a:solidFill>
                          <a:srgbClr val="666666"/>
                        </a:solidFill>
                        <a:latin typeface="Lato"/>
                        <a:ea typeface="Lato"/>
                        <a:cs typeface="Lato"/>
                        <a:sym typeface="Lato"/>
                      </a:endParaRPr>
                    </a:p>
                    <a:p>
                      <a:pPr indent="0" lvl="0" marL="0" marR="0" rtl="0" algn="ctr">
                        <a:lnSpc>
                          <a:spcPct val="115000"/>
                        </a:lnSpc>
                        <a:spcBef>
                          <a:spcPts val="0"/>
                        </a:spcBef>
                        <a:spcAft>
                          <a:spcPts val="0"/>
                        </a:spcAft>
                        <a:buClr>
                          <a:srgbClr val="000000"/>
                        </a:buClr>
                        <a:buSzPts val="800"/>
                        <a:buFont typeface="Arial"/>
                        <a:buNone/>
                      </a:pPr>
                      <a:r>
                        <a:rPr b="1" lang="en-US" sz="1000">
                          <a:solidFill>
                            <a:srgbClr val="666666"/>
                          </a:solidFill>
                          <a:latin typeface="Lato"/>
                          <a:ea typeface="Lato"/>
                          <a:cs typeface="Lato"/>
                          <a:sym typeface="Lato"/>
                        </a:rPr>
                        <a:t>[item 3]</a:t>
                      </a:r>
                      <a:endParaRPr b="1" sz="1000" u="none" cap="none" strike="noStrike">
                        <a:solidFill>
                          <a:srgbClr val="666666"/>
                        </a:solidFill>
                        <a:latin typeface="Lato"/>
                        <a:ea typeface="Lato"/>
                        <a:cs typeface="Lato"/>
                        <a:sym typeface="Lato"/>
                      </a:endParaRPr>
                    </a:p>
                    <a:p>
                      <a:pPr indent="0" lvl="0" marL="0" marR="0" rtl="0" algn="ctr">
                        <a:lnSpc>
                          <a:spcPct val="115000"/>
                        </a:lnSpc>
                        <a:spcBef>
                          <a:spcPts val="300"/>
                        </a:spcBef>
                        <a:spcAft>
                          <a:spcPts val="0"/>
                        </a:spcAft>
                        <a:buClr>
                          <a:srgbClr val="000000"/>
                        </a:buClr>
                        <a:buSzPts val="800"/>
                        <a:buFont typeface="Arial"/>
                        <a:buNone/>
                      </a:pPr>
                      <a:r>
                        <a:t/>
                      </a:r>
                      <a:endParaRPr sz="1000" u="none" cap="none" strike="noStrike">
                        <a:solidFill>
                          <a:srgbClr val="666666"/>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r h="253150">
                <a:tc>
                  <a:txBody>
                    <a:bodyPr/>
                    <a:lstStyle/>
                    <a:p>
                      <a:pPr indent="0" lvl="0" marL="0" marR="0" rtl="0" algn="l">
                        <a:lnSpc>
                          <a:spcPct val="115000"/>
                        </a:lnSpc>
                        <a:spcBef>
                          <a:spcPts val="0"/>
                        </a:spcBef>
                        <a:spcAft>
                          <a:spcPts val="0"/>
                        </a:spcAft>
                        <a:buClr>
                          <a:srgbClr val="000000"/>
                        </a:buClr>
                        <a:buSzPts val="800"/>
                        <a:buFont typeface="Arial"/>
                        <a:buNone/>
                      </a:pPr>
                      <a:r>
                        <a:t/>
                      </a:r>
                      <a:endParaRPr sz="800" u="none" cap="none" strike="noStrike">
                        <a:solidFill>
                          <a:srgbClr val="666666"/>
                        </a:solidFill>
                        <a:latin typeface="Century Gothic"/>
                        <a:ea typeface="Century Gothic"/>
                        <a:cs typeface="Century Gothic"/>
                        <a:sym typeface="Century Gothic"/>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u="none" cap="none" strike="noStrike"/>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t/>
                      </a:r>
                      <a:endParaRPr sz="600" u="none" cap="none" strike="noStrike">
                        <a:solidFill>
                          <a:schemeClr val="dk2"/>
                        </a:solidFill>
                        <a:latin typeface="Lato"/>
                        <a:ea typeface="Lato"/>
                        <a:cs typeface="Lato"/>
                        <a:sym typeface="Lato"/>
                      </a:endParaRPr>
                    </a:p>
                  </a:txBody>
                  <a:tcPr marT="19050" marB="19050" marR="28575" marL="2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tcPr>
                </a:tc>
              </a:tr>
            </a:tbl>
          </a:graphicData>
        </a:graphic>
      </p:graphicFrame>
      <p:sp>
        <p:nvSpPr>
          <p:cNvPr id="256" name="Google Shape;256;p31"/>
          <p:cNvSpPr txBox="1"/>
          <p:nvPr/>
        </p:nvSpPr>
        <p:spPr>
          <a:xfrm>
            <a:off x="620900" y="661788"/>
            <a:ext cx="77769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200" u="none" cap="none" strike="noStrike">
                <a:solidFill>
                  <a:schemeClr val="accent1"/>
                </a:solidFill>
                <a:latin typeface="Century Gothic"/>
                <a:ea typeface="Century Gothic"/>
                <a:cs typeface="Century Gothic"/>
                <a:sym typeface="Century Gothic"/>
              </a:rPr>
              <a:t>Presupuesto </a:t>
            </a:r>
            <a:r>
              <a:rPr b="1" lang="en-US" sz="2200">
                <a:solidFill>
                  <a:schemeClr val="accent1"/>
                </a:solidFill>
                <a:latin typeface="Century Gothic"/>
                <a:ea typeface="Century Gothic"/>
                <a:cs typeface="Century Gothic"/>
                <a:sym typeface="Century Gothic"/>
              </a:rPr>
              <a:t>| Agentes de </a:t>
            </a:r>
            <a:r>
              <a:rPr b="1" i="1" lang="en-US" sz="2200">
                <a:solidFill>
                  <a:schemeClr val="accent1"/>
                </a:solidFill>
                <a:latin typeface="Century Gothic"/>
                <a:ea typeface="Century Gothic"/>
                <a:cs typeface="Century Gothic"/>
                <a:sym typeface="Century Gothic"/>
              </a:rPr>
              <a:t>IA</a:t>
            </a:r>
            <a:r>
              <a:rPr b="1" i="1" lang="en-US" sz="2200" u="none" cap="none" strike="noStrike">
                <a:solidFill>
                  <a:schemeClr val="accent1"/>
                </a:solidFill>
                <a:latin typeface="Century Gothic"/>
                <a:ea typeface="Century Gothic"/>
                <a:cs typeface="Century Gothic"/>
                <a:sym typeface="Century Gothic"/>
              </a:rPr>
              <a:t> </a:t>
            </a:r>
            <a:endParaRPr b="1" i="0" sz="2200" u="none" cap="none" strike="noStrike">
              <a:solidFill>
                <a:schemeClr val="accent1"/>
              </a:solidFill>
              <a:latin typeface="Century Gothic"/>
              <a:ea typeface="Century Gothic"/>
              <a:cs typeface="Century Gothic"/>
              <a:sym typeface="Century Gothic"/>
            </a:endParaRPr>
          </a:p>
        </p:txBody>
      </p:sp>
      <p:sp>
        <p:nvSpPr>
          <p:cNvPr id="257" name="Google Shape;257;p31"/>
          <p:cNvSpPr/>
          <p:nvPr/>
        </p:nvSpPr>
        <p:spPr>
          <a:xfrm>
            <a:off x="6359675" y="1599013"/>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784">
              <a:latin typeface="Nunito Sans"/>
              <a:ea typeface="Nunito Sans"/>
              <a:cs typeface="Nunito Sans"/>
              <a:sym typeface="Nunito Sans"/>
            </a:endParaRPr>
          </a:p>
        </p:txBody>
      </p:sp>
      <p:sp>
        <p:nvSpPr>
          <p:cNvPr id="258" name="Google Shape;258;p31"/>
          <p:cNvSpPr/>
          <p:nvPr/>
        </p:nvSpPr>
        <p:spPr>
          <a:xfrm>
            <a:off x="7276289" y="1599013"/>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sp>
        <p:nvSpPr>
          <p:cNvPr id="259" name="Google Shape;259;p31"/>
          <p:cNvSpPr/>
          <p:nvPr/>
        </p:nvSpPr>
        <p:spPr>
          <a:xfrm>
            <a:off x="8156438" y="1599013"/>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sp>
        <p:nvSpPr>
          <p:cNvPr id="260" name="Google Shape;260;p31"/>
          <p:cNvSpPr/>
          <p:nvPr/>
        </p:nvSpPr>
        <p:spPr>
          <a:xfrm>
            <a:off x="6359675" y="2096792"/>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784">
              <a:latin typeface="Nunito Sans"/>
              <a:ea typeface="Nunito Sans"/>
              <a:cs typeface="Nunito Sans"/>
              <a:sym typeface="Nunito Sans"/>
            </a:endParaRPr>
          </a:p>
        </p:txBody>
      </p:sp>
      <p:sp>
        <p:nvSpPr>
          <p:cNvPr id="261" name="Google Shape;261;p31"/>
          <p:cNvSpPr/>
          <p:nvPr/>
        </p:nvSpPr>
        <p:spPr>
          <a:xfrm>
            <a:off x="7268999" y="2096800"/>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sp>
        <p:nvSpPr>
          <p:cNvPr id="262" name="Google Shape;262;p31"/>
          <p:cNvSpPr/>
          <p:nvPr/>
        </p:nvSpPr>
        <p:spPr>
          <a:xfrm>
            <a:off x="8178319" y="2096805"/>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sp>
        <p:nvSpPr>
          <p:cNvPr id="263" name="Google Shape;263;p31"/>
          <p:cNvSpPr/>
          <p:nvPr/>
        </p:nvSpPr>
        <p:spPr>
          <a:xfrm>
            <a:off x="8178319" y="2272254"/>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sp>
        <p:nvSpPr>
          <p:cNvPr id="264" name="Google Shape;264;p31"/>
          <p:cNvSpPr/>
          <p:nvPr/>
        </p:nvSpPr>
        <p:spPr>
          <a:xfrm>
            <a:off x="8178319" y="2433418"/>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sp>
        <p:nvSpPr>
          <p:cNvPr id="265" name="Google Shape;265;p31"/>
          <p:cNvSpPr/>
          <p:nvPr/>
        </p:nvSpPr>
        <p:spPr>
          <a:xfrm>
            <a:off x="7276310" y="2272254"/>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784">
              <a:latin typeface="Nunito Sans"/>
              <a:ea typeface="Nunito Sans"/>
              <a:cs typeface="Nunito Sans"/>
              <a:sym typeface="Nunito Sans"/>
            </a:endParaRPr>
          </a:p>
        </p:txBody>
      </p:sp>
      <p:sp>
        <p:nvSpPr>
          <p:cNvPr id="266" name="Google Shape;266;p31"/>
          <p:cNvSpPr/>
          <p:nvPr/>
        </p:nvSpPr>
        <p:spPr>
          <a:xfrm>
            <a:off x="7276289" y="1760188"/>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sp>
        <p:nvSpPr>
          <p:cNvPr id="267" name="Google Shape;267;p31"/>
          <p:cNvSpPr/>
          <p:nvPr/>
        </p:nvSpPr>
        <p:spPr>
          <a:xfrm>
            <a:off x="8156438" y="1760188"/>
            <a:ext cx="106800" cy="110400"/>
          </a:xfrm>
          <a:prstGeom prst="diamond">
            <a:avLst/>
          </a:prstGeom>
          <a:solidFill>
            <a:schemeClr val="accent1"/>
          </a:solidFill>
          <a:ln cap="flat" cmpd="sng" w="5750">
            <a:solidFill>
              <a:schemeClr val="lt2"/>
            </a:solidFill>
            <a:prstDash val="solid"/>
            <a:round/>
            <a:headEnd len="sm" w="sm" type="none"/>
            <a:tailEnd len="sm" w="sm" type="none"/>
          </a:ln>
        </p:spPr>
        <p:txBody>
          <a:bodyPr anchorCtr="0" anchor="ctr" bIns="55175" lIns="55175" spcFirstLastPara="1" rIns="55175" wrap="square" tIns="55175">
            <a:noAutofit/>
          </a:bodyPr>
          <a:lstStyle/>
          <a:p>
            <a:pPr indent="0" lvl="0" marL="0" rtl="0" algn="ctr">
              <a:spcBef>
                <a:spcPts val="0"/>
              </a:spcBef>
              <a:spcAft>
                <a:spcPts val="0"/>
              </a:spcAft>
              <a:buNone/>
            </a:pPr>
            <a:r>
              <a:t/>
            </a:r>
            <a:endParaRPr sz="844">
              <a:latin typeface="Nunito Sans"/>
              <a:ea typeface="Nunito Sans"/>
              <a:cs typeface="Nunito Sans"/>
              <a:sym typeface="Nunito Sans"/>
            </a:endParaRPr>
          </a:p>
        </p:txBody>
      </p:sp>
      <p:graphicFrame>
        <p:nvGraphicFramePr>
          <p:cNvPr id="268" name="Google Shape;268;p31"/>
          <p:cNvGraphicFramePr/>
          <p:nvPr/>
        </p:nvGraphicFramePr>
        <p:xfrm>
          <a:off x="590700" y="3691096"/>
          <a:ext cx="3000000" cy="3000000"/>
        </p:xfrm>
        <a:graphic>
          <a:graphicData uri="http://schemas.openxmlformats.org/drawingml/2006/table">
            <a:tbl>
              <a:tblPr>
                <a:noFill/>
                <a:tableStyleId>{0A48DE15-689D-4A5E-B242-09BCBF4B4687}</a:tableStyleId>
              </a:tblPr>
              <a:tblGrid>
                <a:gridCol w="5445150"/>
                <a:gridCol w="839150"/>
                <a:gridCol w="839150"/>
                <a:gridCol w="839150"/>
              </a:tblGrid>
              <a:tr h="253150">
                <a:tc>
                  <a:txBody>
                    <a:bodyPr/>
                    <a:lstStyle/>
                    <a:p>
                      <a:pPr indent="0" lvl="0" marL="0" marR="0" rtl="0" algn="r">
                        <a:lnSpc>
                          <a:spcPct val="115000"/>
                        </a:lnSpc>
                        <a:spcBef>
                          <a:spcPts val="0"/>
                        </a:spcBef>
                        <a:spcAft>
                          <a:spcPts val="0"/>
                        </a:spcAft>
                        <a:buClr>
                          <a:schemeClr val="dk1"/>
                        </a:buClr>
                        <a:buSzPts val="1400"/>
                        <a:buFont typeface="Arial"/>
                        <a:buNone/>
                      </a:pPr>
                      <a:r>
                        <a:rPr b="1" lang="en-US" sz="1200" u="none" cap="none" strike="noStrike">
                          <a:solidFill>
                            <a:schemeClr val="lt1"/>
                          </a:solidFill>
                          <a:latin typeface="Century Gothic"/>
                          <a:ea typeface="Century Gothic"/>
                          <a:cs typeface="Century Gothic"/>
                          <a:sym typeface="Century Gothic"/>
                        </a:rPr>
                        <a:t>TOTAL INVERSIÓN MENSUAL *</a:t>
                      </a:r>
                      <a:endParaRPr b="1" sz="900" u="none" cap="none" strike="noStrike">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chemeClr val="dk1"/>
                        </a:buClr>
                        <a:buSzPts val="1400"/>
                        <a:buFont typeface="Arial"/>
                        <a:buNone/>
                      </a:pPr>
                      <a:r>
                        <a:rPr b="1" lang="en-US" sz="1200" u="none" cap="none" strike="noStrike">
                          <a:solidFill>
                            <a:schemeClr val="lt1"/>
                          </a:solidFill>
                          <a:latin typeface="Century Gothic"/>
                          <a:ea typeface="Century Gothic"/>
                          <a:cs typeface="Century Gothic"/>
                          <a:sym typeface="Century Gothic"/>
                        </a:rPr>
                        <a:t>$</a:t>
                      </a:r>
                      <a:r>
                        <a:rPr b="1" lang="en-US" sz="1200">
                          <a:solidFill>
                            <a:schemeClr val="lt1"/>
                          </a:solidFill>
                          <a:latin typeface="Century Gothic"/>
                          <a:ea typeface="Century Gothic"/>
                          <a:cs typeface="Century Gothic"/>
                          <a:sym typeface="Century Gothic"/>
                        </a:rPr>
                        <a:t>700</a:t>
                      </a:r>
                      <a:r>
                        <a:rPr b="1" lang="en-US" sz="1200">
                          <a:solidFill>
                            <a:schemeClr val="lt1"/>
                          </a:solidFill>
                          <a:latin typeface="Century Gothic"/>
                          <a:ea typeface="Century Gothic"/>
                          <a:cs typeface="Century Gothic"/>
                          <a:sym typeface="Century Gothic"/>
                        </a:rPr>
                        <a:t>,000</a:t>
                      </a:r>
                      <a:endParaRPr b="1" sz="900" u="none" cap="none" strike="noStrike">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chemeClr val="dk1"/>
                        </a:buClr>
                        <a:buSzPts val="1400"/>
                        <a:buFont typeface="Arial"/>
                        <a:buNone/>
                      </a:pPr>
                      <a:r>
                        <a:rPr b="1" lang="en-US" sz="1200" u="none" cap="none" strike="noStrike">
                          <a:solidFill>
                            <a:schemeClr val="lt1"/>
                          </a:solidFill>
                          <a:latin typeface="Century Gothic"/>
                          <a:ea typeface="Century Gothic"/>
                          <a:cs typeface="Century Gothic"/>
                          <a:sym typeface="Century Gothic"/>
                        </a:rPr>
                        <a:t>$</a:t>
                      </a:r>
                      <a:r>
                        <a:rPr b="1" lang="en-US" sz="1200">
                          <a:solidFill>
                            <a:schemeClr val="lt1"/>
                          </a:solidFill>
                          <a:latin typeface="Century Gothic"/>
                          <a:ea typeface="Century Gothic"/>
                          <a:cs typeface="Century Gothic"/>
                          <a:sym typeface="Century Gothic"/>
                        </a:rPr>
                        <a:t>86</a:t>
                      </a:r>
                      <a:r>
                        <a:rPr b="1" lang="en-US" sz="1200">
                          <a:solidFill>
                            <a:schemeClr val="lt1"/>
                          </a:solidFill>
                          <a:latin typeface="Century Gothic"/>
                          <a:ea typeface="Century Gothic"/>
                          <a:cs typeface="Century Gothic"/>
                          <a:sym typeface="Century Gothic"/>
                        </a:rPr>
                        <a:t>0,000</a:t>
                      </a:r>
                      <a:endParaRPr b="1" sz="900" u="none" cap="none" strike="noStrike">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c>
                  <a:txBody>
                    <a:bodyPr/>
                    <a:lstStyle/>
                    <a:p>
                      <a:pPr indent="0" lvl="0" marL="0" marR="0" rtl="0" algn="ctr">
                        <a:lnSpc>
                          <a:spcPct val="115000"/>
                        </a:lnSpc>
                        <a:spcBef>
                          <a:spcPts val="0"/>
                        </a:spcBef>
                        <a:spcAft>
                          <a:spcPts val="0"/>
                        </a:spcAft>
                        <a:buClr>
                          <a:schemeClr val="dk1"/>
                        </a:buClr>
                        <a:buSzPts val="1400"/>
                        <a:buFont typeface="Arial"/>
                        <a:buNone/>
                      </a:pPr>
                      <a:r>
                        <a:rPr b="1" lang="en-US" sz="1200" u="none" cap="none" strike="noStrike">
                          <a:solidFill>
                            <a:schemeClr val="lt1"/>
                          </a:solidFill>
                          <a:latin typeface="Century Gothic"/>
                          <a:ea typeface="Century Gothic"/>
                          <a:cs typeface="Century Gothic"/>
                          <a:sym typeface="Century Gothic"/>
                        </a:rPr>
                        <a:t>$</a:t>
                      </a:r>
                      <a:r>
                        <a:rPr b="1" lang="en-US" sz="1200">
                          <a:solidFill>
                            <a:schemeClr val="lt1"/>
                          </a:solidFill>
                          <a:latin typeface="Century Gothic"/>
                          <a:ea typeface="Century Gothic"/>
                          <a:cs typeface="Century Gothic"/>
                          <a:sym typeface="Century Gothic"/>
                        </a:rPr>
                        <a:t>99</a:t>
                      </a:r>
                      <a:r>
                        <a:rPr b="1" lang="en-US" sz="1200">
                          <a:solidFill>
                            <a:schemeClr val="lt1"/>
                          </a:solidFill>
                          <a:latin typeface="Century Gothic"/>
                          <a:ea typeface="Century Gothic"/>
                          <a:cs typeface="Century Gothic"/>
                          <a:sym typeface="Century Gothic"/>
                        </a:rPr>
                        <a:t>0,000</a:t>
                      </a:r>
                      <a:endParaRPr b="1" sz="1200">
                        <a:solidFill>
                          <a:schemeClr val="lt1"/>
                        </a:solidFill>
                        <a:latin typeface="Century Gothic"/>
                        <a:ea typeface="Century Gothic"/>
                        <a:cs typeface="Century Gothic"/>
                        <a:sym typeface="Century Gothic"/>
                      </a:endParaRPr>
                    </a:p>
                  </a:txBody>
                  <a:tcPr marT="19050" marB="19050" marR="28575" marL="2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C1C1C1"/>
                      </a:solidFill>
                      <a:prstDash val="solid"/>
                      <a:round/>
                      <a:headEnd len="sm" w="sm" type="none"/>
                      <a:tailEnd len="sm" w="sm" type="none"/>
                    </a:lnT>
                    <a:lnB cap="flat" cmpd="sng" w="12700">
                      <a:solidFill>
                        <a:srgbClr val="C1C1C1"/>
                      </a:solidFill>
                      <a:prstDash val="solid"/>
                      <a:round/>
                      <a:headEnd len="sm" w="sm" type="none"/>
                      <a:tailEnd len="sm" w="sm" type="none"/>
                    </a:lnB>
                    <a:solidFill>
                      <a:schemeClr val="accent1"/>
                    </a:solidFill>
                  </a:tcPr>
                </a:tc>
              </a:tr>
            </a:tbl>
          </a:graphicData>
        </a:graphic>
      </p:graphicFrame>
      <p:sp>
        <p:nvSpPr>
          <p:cNvPr id="269" name="Google Shape;269;p31"/>
          <p:cNvSpPr/>
          <p:nvPr/>
        </p:nvSpPr>
        <p:spPr>
          <a:xfrm>
            <a:off x="2116075" y="3911650"/>
            <a:ext cx="1790700" cy="55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Ticket Promedio: $</a:t>
            </a:r>
            <a:r>
              <a:rPr b="1" lang="en-US" sz="600">
                <a:solidFill>
                  <a:srgbClr val="FFFFFF"/>
                </a:solidFill>
                <a:latin typeface="Lato"/>
                <a:ea typeface="Lato"/>
                <a:cs typeface="Lato"/>
                <a:sym typeface="Lato"/>
              </a:rPr>
              <a:t>180,000,000</a:t>
            </a:r>
            <a:r>
              <a:rPr b="1" i="0" lang="en-US" sz="600" u="none" cap="none" strike="noStrike">
                <a:solidFill>
                  <a:srgbClr val="FFFFFF"/>
                </a:solidFill>
                <a:latin typeface="Lato"/>
                <a:ea typeface="Lato"/>
                <a:cs typeface="Lato"/>
                <a:sym typeface="Lato"/>
              </a:rPr>
              <a:t>  </a:t>
            </a:r>
            <a:r>
              <a:rPr b="1" lang="en-US" sz="600">
                <a:solidFill>
                  <a:srgbClr val="FFFFFF"/>
                </a:solidFill>
                <a:latin typeface="Lato"/>
                <a:ea typeface="Lato"/>
                <a:cs typeface="Lato"/>
                <a:sym typeface="Lato"/>
              </a:rPr>
              <a:t>Apartamentos</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a:t>
            </a:r>
            <a:r>
              <a:rPr b="1" lang="en-US" sz="600">
                <a:solidFill>
                  <a:srgbClr val="FFFFFF"/>
                </a:solidFill>
                <a:latin typeface="Lato"/>
                <a:ea typeface="Lato"/>
                <a:cs typeface="Lato"/>
                <a:sym typeface="Lato"/>
              </a:rPr>
              <a:t>atención actual:</a:t>
            </a:r>
            <a:r>
              <a:rPr b="1" i="0" lang="en-US" sz="600" u="none" cap="none" strike="noStrike">
                <a:solidFill>
                  <a:srgbClr val="FFFFFF"/>
                </a:solidFill>
                <a:latin typeface="Lato"/>
                <a:ea typeface="Lato"/>
                <a:cs typeface="Lato"/>
                <a:sym typeface="Lato"/>
              </a:rPr>
              <a:t> </a:t>
            </a:r>
            <a:r>
              <a:rPr b="1" lang="en-US" sz="600">
                <a:solidFill>
                  <a:srgbClr val="FFFFFF"/>
                </a:solidFill>
                <a:latin typeface="Lato"/>
                <a:ea typeface="Lato"/>
                <a:cs typeface="Lato"/>
                <a:sym typeface="Lato"/>
              </a:rPr>
              <a:t>53</a:t>
            </a:r>
            <a:r>
              <a:rPr b="1" i="0" lang="en-US" sz="600" u="none" cap="none" strike="noStrike">
                <a:solidFill>
                  <a:srgbClr val="FFFFFF"/>
                </a:solidFill>
                <a:latin typeface="Lato"/>
                <a:ea typeface="Lato"/>
                <a:cs typeface="Lato"/>
                <a:sym typeface="Lato"/>
              </a:rPr>
              <a:t>%</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Tasa de Cierre: </a:t>
            </a:r>
            <a:r>
              <a:rPr b="1" lang="en-US" sz="600">
                <a:solidFill>
                  <a:srgbClr val="FFFFFF"/>
                </a:solidFill>
                <a:latin typeface="Lato"/>
                <a:ea typeface="Lato"/>
                <a:cs typeface="Lato"/>
                <a:sym typeface="Lato"/>
              </a:rPr>
              <a:t>70</a:t>
            </a:r>
            <a:r>
              <a:rPr b="1" i="0" lang="en-US" sz="600" u="none" cap="none" strike="noStrike">
                <a:solidFill>
                  <a:srgbClr val="FFFFFF"/>
                </a:solidFill>
                <a:latin typeface="Lato"/>
                <a:ea typeface="Lato"/>
                <a:cs typeface="Lato"/>
                <a:sym typeface="Lato"/>
              </a:rPr>
              <a:t>%</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Margen Operativo: 3%</a:t>
            </a:r>
            <a:endParaRPr b="1" i="0" sz="600" u="none" cap="none" strike="noStrike">
              <a:solidFill>
                <a:srgbClr val="FFFFFF"/>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rPr b="1" i="0" lang="en-US" sz="600" u="none" cap="none" strike="noStrike">
                <a:solidFill>
                  <a:srgbClr val="FFFFFF"/>
                </a:solidFill>
                <a:latin typeface="Lato"/>
                <a:ea typeface="Lato"/>
                <a:cs typeface="Lato"/>
                <a:sym typeface="Lato"/>
              </a:rPr>
              <a:t>Ciclo de Venta: </a:t>
            </a:r>
            <a:r>
              <a:rPr b="1" lang="en-US" sz="600">
                <a:solidFill>
                  <a:srgbClr val="FFFFFF"/>
                </a:solidFill>
                <a:latin typeface="Lato"/>
                <a:ea typeface="Lato"/>
                <a:cs typeface="Lato"/>
                <a:sym typeface="Lato"/>
              </a:rPr>
              <a:t>1</a:t>
            </a:r>
            <a:r>
              <a:rPr b="1" i="0" lang="en-US" sz="600" u="none" cap="none" strike="noStrike">
                <a:solidFill>
                  <a:srgbClr val="FFFFFF"/>
                </a:solidFill>
                <a:latin typeface="Lato"/>
                <a:ea typeface="Lato"/>
                <a:cs typeface="Lato"/>
                <a:sym typeface="Lato"/>
              </a:rPr>
              <a:t> </a:t>
            </a:r>
            <a:r>
              <a:rPr b="1" lang="en-US" sz="600">
                <a:solidFill>
                  <a:srgbClr val="FFFFFF"/>
                </a:solidFill>
                <a:latin typeface="Lato"/>
                <a:ea typeface="Lato"/>
                <a:cs typeface="Lato"/>
                <a:sym typeface="Lato"/>
              </a:rPr>
              <a:t>semana</a:t>
            </a:r>
            <a:endParaRPr b="1" i="0" sz="600" u="none" cap="none" strike="noStrike">
              <a:solidFill>
                <a:srgbClr val="FFFFFF"/>
              </a:solidFill>
              <a:latin typeface="Lato"/>
              <a:ea typeface="Lato"/>
              <a:cs typeface="Lato"/>
              <a:sym typeface="Lato"/>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g393321b20aa_0_8"/>
          <p:cNvSpPr txBox="1"/>
          <p:nvPr>
            <p:ph idx="4294967295" type="body"/>
          </p:nvPr>
        </p:nvSpPr>
        <p:spPr>
          <a:xfrm>
            <a:off x="340775" y="1083975"/>
            <a:ext cx="4100100" cy="3078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 Eficiencia de Atención</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 de conversaciones atendidas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70%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Operación descargada, IA absorbe la demanda estándar.</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50% – 69%</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Buen avance, ajustes de flujos y respuestas.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&lt; 50%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Dependencia excesiva del equipo humano.</a:t>
            </a:r>
            <a:endParaRPr sz="1200">
              <a:solidFill>
                <a:schemeClr val="dk2"/>
              </a:solidFill>
              <a:latin typeface="Century Gothic"/>
              <a:ea typeface="Century Gothic"/>
              <a:cs typeface="Century Gothic"/>
              <a:sym typeface="Century Gothic"/>
            </a:endParaRPr>
          </a:p>
        </p:txBody>
      </p:sp>
      <p:sp>
        <p:nvSpPr>
          <p:cNvPr id="275" name="Google Shape;275;g393321b20aa_0_8"/>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76" name="Google Shape;276;g393321b20aa_0_8"/>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77" name="Google Shape;277;g393321b20aa_0_8"/>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a:t>
            </a:r>
            <a:endParaRPr i="1" sz="2200" u="none" cap="none" strike="noStrike">
              <a:solidFill>
                <a:schemeClr val="accent1"/>
              </a:solidFill>
              <a:latin typeface="Century Gothic"/>
              <a:ea typeface="Century Gothic"/>
              <a:cs typeface="Century Gothic"/>
              <a:sym typeface="Century Gothic"/>
            </a:endParaRPr>
          </a:p>
        </p:txBody>
      </p:sp>
      <p:sp>
        <p:nvSpPr>
          <p:cNvPr id="278" name="Google Shape;278;g393321b20aa_0_8"/>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79" name="Google Shape;279;g393321b20aa_0_8"/>
          <p:cNvSpPr txBox="1"/>
          <p:nvPr>
            <p:ph idx="4294967295" type="body"/>
          </p:nvPr>
        </p:nvSpPr>
        <p:spPr>
          <a:xfrm>
            <a:off x="4735475" y="1083975"/>
            <a:ext cx="41001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Velocidad de Respuesta</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Tiempo promedio de primera respuesta</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&lt; 1 minuto</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Experiencia inmediata y diferencial.</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1 – 3 minutos</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Aceptable, pero aún dependiente de carga operativa.</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b="1" lang="en-US" sz="1200">
                <a:solidFill>
                  <a:schemeClr val="dk2"/>
                </a:solidFill>
                <a:latin typeface="Century Gothic"/>
                <a:ea typeface="Century Gothic"/>
                <a:cs typeface="Century Gothic"/>
                <a:sym typeface="Century Gothic"/>
              </a:rPr>
              <a:t>🔴</a:t>
            </a:r>
            <a:r>
              <a:rPr lang="en-US" sz="1200">
                <a:solidFill>
                  <a:schemeClr val="dk2"/>
                </a:solidFill>
                <a:latin typeface="Century Gothic"/>
                <a:ea typeface="Century Gothic"/>
                <a:cs typeface="Century Gothic"/>
                <a:sym typeface="Century Gothic"/>
              </a:rPr>
              <a:t>: &gt; 3 minutos</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Riesgo directo a experiencia y conversión.</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1000"/>
                                        <p:tgtEl>
                                          <p:spTgt spid="2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animEffect filter="fade" transition="in">
                                      <p:cBhvr>
                                        <p:cTn dur="500"/>
                                        <p:tgtEl>
                                          <p:spTgt spid="2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animEffect filter="fade" transition="in">
                                      <p:cBhvr>
                                        <p:cTn dur="500"/>
                                        <p:tgtEl>
                                          <p:spTgt spid="2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animEffect filter="fade" transition="in">
                                      <p:cBhvr>
                                        <p:cTn dur="500"/>
                                        <p:tgtEl>
                                          <p:spTgt spid="2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animEffect filter="fade" transition="in">
                                      <p:cBhvr>
                                        <p:cTn dur="500"/>
                                        <p:tgtEl>
                                          <p:spTgt spid="2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animEffect filter="fade" transition="in">
                                      <p:cBhvr>
                                        <p:cTn dur="500"/>
                                        <p:tgtEl>
                                          <p:spTgt spid="2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5" st="5"/>
                                            </p:txEl>
                                          </p:spTgt>
                                        </p:tgtEl>
                                        <p:attrNameLst>
                                          <p:attrName>style.visibility</p:attrName>
                                        </p:attrNameLst>
                                      </p:cBhvr>
                                      <p:to>
                                        <p:strVal val="visible"/>
                                      </p:to>
                                    </p:set>
                                    <p:animEffect filter="fade" transition="in">
                                      <p:cBhvr>
                                        <p:cTn dur="500"/>
                                        <p:tgtEl>
                                          <p:spTgt spid="2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6" st="6"/>
                                            </p:txEl>
                                          </p:spTgt>
                                        </p:tgtEl>
                                        <p:attrNameLst>
                                          <p:attrName>style.visibility</p:attrName>
                                        </p:attrNameLst>
                                      </p:cBhvr>
                                      <p:to>
                                        <p:strVal val="visible"/>
                                      </p:to>
                                    </p:set>
                                    <p:animEffect filter="fade" transition="in">
                                      <p:cBhvr>
                                        <p:cTn dur="500"/>
                                        <p:tgtEl>
                                          <p:spTgt spid="2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7" st="7"/>
                                            </p:txEl>
                                          </p:spTgt>
                                        </p:tgtEl>
                                        <p:attrNameLst>
                                          <p:attrName>style.visibility</p:attrName>
                                        </p:attrNameLst>
                                      </p:cBhvr>
                                      <p:to>
                                        <p:strVal val="visible"/>
                                      </p:to>
                                    </p:set>
                                    <p:animEffect filter="fade" transition="in">
                                      <p:cBhvr>
                                        <p:cTn dur="500"/>
                                        <p:tgtEl>
                                          <p:spTgt spid="2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8" st="8"/>
                                            </p:txEl>
                                          </p:spTgt>
                                        </p:tgtEl>
                                        <p:attrNameLst>
                                          <p:attrName>style.visibility</p:attrName>
                                        </p:attrNameLst>
                                      </p:cBhvr>
                                      <p:to>
                                        <p:strVal val="visible"/>
                                      </p:to>
                                    </p:set>
                                    <p:animEffect filter="fade" transition="in">
                                      <p:cBhvr>
                                        <p:cTn dur="500"/>
                                        <p:tgtEl>
                                          <p:spTgt spid="27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g393321b20aa_0_18"/>
          <p:cNvSpPr txBox="1"/>
          <p:nvPr>
            <p:ph idx="4294967295" type="body"/>
          </p:nvPr>
        </p:nvSpPr>
        <p:spPr>
          <a:xfrm>
            <a:off x="340775" y="1083975"/>
            <a:ext cx="41001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 Eficiencia de Atención</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Calidad de Información</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95%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Información confiable para la operación.</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85% – 94%</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Requiere afinación de preguntas y validaciones.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&lt; 85%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Genera reprocesos y fricción interna.</a:t>
            </a:r>
            <a:endParaRPr sz="1200">
              <a:solidFill>
                <a:schemeClr val="dk2"/>
              </a:solidFill>
              <a:latin typeface="Century Gothic"/>
              <a:ea typeface="Century Gothic"/>
              <a:cs typeface="Century Gothic"/>
              <a:sym typeface="Century Gothic"/>
            </a:endParaRPr>
          </a:p>
        </p:txBody>
      </p:sp>
      <p:sp>
        <p:nvSpPr>
          <p:cNvPr id="285" name="Google Shape;285;g393321b20aa_0_18"/>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86" name="Google Shape;286;g393321b20aa_0_18"/>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87" name="Google Shape;287;g393321b20aa_0_18"/>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a:t>
            </a:r>
            <a:endParaRPr i="1" sz="2200" u="none" cap="none" strike="noStrike">
              <a:solidFill>
                <a:schemeClr val="accent1"/>
              </a:solidFill>
              <a:latin typeface="Century Gothic"/>
              <a:ea typeface="Century Gothic"/>
              <a:cs typeface="Century Gothic"/>
              <a:sym typeface="Century Gothic"/>
            </a:endParaRPr>
          </a:p>
        </p:txBody>
      </p:sp>
      <p:sp>
        <p:nvSpPr>
          <p:cNvPr id="288" name="Google Shape;288;g393321b20aa_0_18"/>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89" name="Google Shape;289;g393321b20aa_0_18"/>
          <p:cNvSpPr txBox="1"/>
          <p:nvPr>
            <p:ph idx="4294967295" type="body"/>
          </p:nvPr>
        </p:nvSpPr>
        <p:spPr>
          <a:xfrm>
            <a:off x="4735475" y="1083975"/>
            <a:ext cx="4100100" cy="270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Velocidad de Respuesta</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Foco del Equipo Humano</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Verde: 15% – 25%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Derivaciones estratégicas y de alto valor.</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26% – 40%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Aún hay ruido operativo.</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&gt; 40%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La IA no está filtrando correctamente.</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1000"/>
                                        <p:tgtEl>
                                          <p:spTgt spid="28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0" st="0"/>
                                            </p:txEl>
                                          </p:spTgt>
                                        </p:tgtEl>
                                        <p:attrNameLst>
                                          <p:attrName>style.visibility</p:attrName>
                                        </p:attrNameLst>
                                      </p:cBhvr>
                                      <p:to>
                                        <p:strVal val="visible"/>
                                      </p:to>
                                    </p:set>
                                    <p:animEffect filter="fade" transition="in">
                                      <p:cBhvr>
                                        <p:cTn dur="500"/>
                                        <p:tgtEl>
                                          <p:spTgt spid="2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1" st="1"/>
                                            </p:txEl>
                                          </p:spTgt>
                                        </p:tgtEl>
                                        <p:attrNameLst>
                                          <p:attrName>style.visibility</p:attrName>
                                        </p:attrNameLst>
                                      </p:cBhvr>
                                      <p:to>
                                        <p:strVal val="visible"/>
                                      </p:to>
                                    </p:set>
                                    <p:animEffect filter="fade" transition="in">
                                      <p:cBhvr>
                                        <p:cTn dur="500"/>
                                        <p:tgtEl>
                                          <p:spTgt spid="2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2" st="2"/>
                                            </p:txEl>
                                          </p:spTgt>
                                        </p:tgtEl>
                                        <p:attrNameLst>
                                          <p:attrName>style.visibility</p:attrName>
                                        </p:attrNameLst>
                                      </p:cBhvr>
                                      <p:to>
                                        <p:strVal val="visible"/>
                                      </p:to>
                                    </p:set>
                                    <p:animEffect filter="fade" transition="in">
                                      <p:cBhvr>
                                        <p:cTn dur="500"/>
                                        <p:tgtEl>
                                          <p:spTgt spid="2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3" st="3"/>
                                            </p:txEl>
                                          </p:spTgt>
                                        </p:tgtEl>
                                        <p:attrNameLst>
                                          <p:attrName>style.visibility</p:attrName>
                                        </p:attrNameLst>
                                      </p:cBhvr>
                                      <p:to>
                                        <p:strVal val="visible"/>
                                      </p:to>
                                    </p:set>
                                    <p:animEffect filter="fade" transition="in">
                                      <p:cBhvr>
                                        <p:cTn dur="500"/>
                                        <p:tgtEl>
                                          <p:spTgt spid="2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4" st="4"/>
                                            </p:txEl>
                                          </p:spTgt>
                                        </p:tgtEl>
                                        <p:attrNameLst>
                                          <p:attrName>style.visibility</p:attrName>
                                        </p:attrNameLst>
                                      </p:cBhvr>
                                      <p:to>
                                        <p:strVal val="visible"/>
                                      </p:to>
                                    </p:set>
                                    <p:animEffect filter="fade" transition="in">
                                      <p:cBhvr>
                                        <p:cTn dur="500"/>
                                        <p:tgtEl>
                                          <p:spTgt spid="2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5" st="5"/>
                                            </p:txEl>
                                          </p:spTgt>
                                        </p:tgtEl>
                                        <p:attrNameLst>
                                          <p:attrName>style.visibility</p:attrName>
                                        </p:attrNameLst>
                                      </p:cBhvr>
                                      <p:to>
                                        <p:strVal val="visible"/>
                                      </p:to>
                                    </p:set>
                                    <p:animEffect filter="fade" transition="in">
                                      <p:cBhvr>
                                        <p:cTn dur="500"/>
                                        <p:tgtEl>
                                          <p:spTgt spid="2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6" st="6"/>
                                            </p:txEl>
                                          </p:spTgt>
                                        </p:tgtEl>
                                        <p:attrNameLst>
                                          <p:attrName>style.visibility</p:attrName>
                                        </p:attrNameLst>
                                      </p:cBhvr>
                                      <p:to>
                                        <p:strVal val="visible"/>
                                      </p:to>
                                    </p:set>
                                    <p:animEffect filter="fade" transition="in">
                                      <p:cBhvr>
                                        <p:cTn dur="500"/>
                                        <p:tgtEl>
                                          <p:spTgt spid="2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7" st="7"/>
                                            </p:txEl>
                                          </p:spTgt>
                                        </p:tgtEl>
                                        <p:attrNameLst>
                                          <p:attrName>style.visibility</p:attrName>
                                        </p:attrNameLst>
                                      </p:cBhvr>
                                      <p:to>
                                        <p:strVal val="visible"/>
                                      </p:to>
                                    </p:set>
                                    <p:animEffect filter="fade" transition="in">
                                      <p:cBhvr>
                                        <p:cTn dur="500"/>
                                        <p:tgtEl>
                                          <p:spTgt spid="2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xEl>
                                              <p:pRg end="8" st="8"/>
                                            </p:txEl>
                                          </p:spTgt>
                                        </p:tgtEl>
                                        <p:attrNameLst>
                                          <p:attrName>style.visibility</p:attrName>
                                        </p:attrNameLst>
                                      </p:cBhvr>
                                      <p:to>
                                        <p:strVal val="visible"/>
                                      </p:to>
                                    </p:set>
                                    <p:animEffect filter="fade" transition="in">
                                      <p:cBhvr>
                                        <p:cTn dur="500"/>
                                        <p:tgtEl>
                                          <p:spTgt spid="28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3" name="Shape 293"/>
        <p:cNvGrpSpPr/>
        <p:nvPr/>
      </p:nvGrpSpPr>
      <p:grpSpPr>
        <a:xfrm>
          <a:off x="0" y="0"/>
          <a:ext cx="0" cy="0"/>
          <a:chOff x="0" y="0"/>
          <a:chExt cx="0" cy="0"/>
        </a:xfrm>
      </p:grpSpPr>
      <p:sp>
        <p:nvSpPr>
          <p:cNvPr id="294" name="Google Shape;294;g393321b20aa_0_28"/>
          <p:cNvSpPr txBox="1"/>
          <p:nvPr>
            <p:ph idx="4294967295" type="body"/>
          </p:nvPr>
        </p:nvSpPr>
        <p:spPr>
          <a:xfrm>
            <a:off x="340775" y="1083975"/>
            <a:ext cx="4100100" cy="297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 </a:t>
            </a:r>
            <a:r>
              <a:rPr b="1" lang="en-US" sz="1600">
                <a:solidFill>
                  <a:schemeClr val="accent1"/>
                </a:solidFill>
                <a:latin typeface="Century Gothic"/>
                <a:ea typeface="Century Gothic"/>
                <a:cs typeface="Century Gothic"/>
                <a:sym typeface="Century Gothic"/>
              </a:rPr>
              <a:t>Gestión de Reservas Especiales</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 de reservas especiales bien calificadas</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b="1"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Eventos, celebraciones, +30 personas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 90%</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Equipo comercial recibe oportunidades listas.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75% – 89%</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0"/>
              </a:spcAft>
              <a:buSzPts val="1200"/>
              <a:buFont typeface="Century Gothic"/>
              <a:buChar char="◆"/>
            </a:pPr>
            <a:r>
              <a:rPr lang="en-US" sz="1200">
                <a:solidFill>
                  <a:schemeClr val="dk2"/>
                </a:solidFill>
                <a:latin typeface="Century Gothic"/>
                <a:ea typeface="Century Gothic"/>
                <a:cs typeface="Century Gothic"/>
                <a:sym typeface="Century Gothic"/>
              </a:rPr>
              <a:t>Mejora incremental necesaria.</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&lt; 75%</a:t>
            </a:r>
            <a:endParaRPr sz="1200">
              <a:solidFill>
                <a:schemeClr val="dk2"/>
              </a:solidFill>
              <a:latin typeface="Century Gothic"/>
              <a:ea typeface="Century Gothic"/>
              <a:cs typeface="Century Gothic"/>
              <a:sym typeface="Century Gothic"/>
            </a:endParaRPr>
          </a:p>
          <a:p>
            <a:pPr indent="-304800" lvl="1" marL="914400" marR="0" rtl="0" algn="l">
              <a:lnSpc>
                <a:spcPct val="100000"/>
              </a:lnSpc>
              <a:spcBef>
                <a:spcPts val="600"/>
              </a:spcBef>
              <a:spcAft>
                <a:spcPts val="600"/>
              </a:spcAft>
              <a:buSzPts val="1200"/>
              <a:buFont typeface="Century Gothic"/>
              <a:buChar char="◆"/>
            </a:pPr>
            <a:r>
              <a:rPr lang="en-US" sz="1200">
                <a:solidFill>
                  <a:schemeClr val="dk2"/>
                </a:solidFill>
                <a:latin typeface="Century Gothic"/>
                <a:ea typeface="Century Gothic"/>
                <a:cs typeface="Century Gothic"/>
                <a:sym typeface="Century Gothic"/>
              </a:rPr>
              <a:t>Pérdida de valor comercial.</a:t>
            </a:r>
            <a:endParaRPr sz="1200">
              <a:solidFill>
                <a:schemeClr val="dk2"/>
              </a:solidFill>
              <a:latin typeface="Century Gothic"/>
              <a:ea typeface="Century Gothic"/>
              <a:cs typeface="Century Gothic"/>
              <a:sym typeface="Century Gothic"/>
            </a:endParaRPr>
          </a:p>
        </p:txBody>
      </p:sp>
      <p:sp>
        <p:nvSpPr>
          <p:cNvPr id="295" name="Google Shape;295;g393321b20aa_0_28"/>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296" name="Google Shape;296;g393321b20aa_0_28"/>
          <p:cNvSpPr txBox="1"/>
          <p:nvPr>
            <p:ph idx="4294967295" type="title"/>
          </p:nvPr>
        </p:nvSpPr>
        <p:spPr>
          <a:xfrm>
            <a:off x="340775" y="303850"/>
            <a:ext cx="8494800" cy="320700"/>
          </a:xfrm>
          <a:prstGeom prst="rect">
            <a:avLst/>
          </a:prstGeom>
          <a:noFill/>
          <a:ln>
            <a:noFill/>
          </a:ln>
        </p:spPr>
        <p:txBody>
          <a:bodyPr anchorCtr="0" anchor="t" bIns="0" lIns="0" spcFirstLastPara="1" rIns="0" wrap="square" tIns="12700">
            <a:spAutoFit/>
          </a:bodyPr>
          <a:lstStyle/>
          <a:p>
            <a:pPr indent="0" lvl="0" marL="241932" rtl="0" algn="l">
              <a:lnSpc>
                <a:spcPct val="100000"/>
              </a:lnSpc>
              <a:spcBef>
                <a:spcPts val="0"/>
              </a:spcBef>
              <a:spcAft>
                <a:spcPts val="0"/>
              </a:spcAft>
              <a:buSzPts val="1100"/>
              <a:buNone/>
            </a:pPr>
            <a:r>
              <a:rPr lang="en-US" sz="2000">
                <a:solidFill>
                  <a:schemeClr val="accent1"/>
                </a:solidFill>
                <a:highlight>
                  <a:srgbClr val="FFFFFF"/>
                </a:highlight>
                <a:latin typeface="Century Gothic"/>
                <a:ea typeface="Century Gothic"/>
                <a:cs typeface="Century Gothic"/>
                <a:sym typeface="Century Gothic"/>
              </a:rPr>
              <a:t>Métricas de éxito</a:t>
            </a:r>
            <a:endParaRPr sz="2000">
              <a:solidFill>
                <a:schemeClr val="accent1"/>
              </a:solidFill>
              <a:highlight>
                <a:srgbClr val="FFFFFF"/>
              </a:highlight>
              <a:latin typeface="Century Gothic"/>
              <a:ea typeface="Century Gothic"/>
              <a:cs typeface="Century Gothic"/>
              <a:sym typeface="Century Gothic"/>
            </a:endParaRPr>
          </a:p>
        </p:txBody>
      </p:sp>
      <p:sp>
        <p:nvSpPr>
          <p:cNvPr id="297" name="Google Shape;297;g393321b20aa_0_28"/>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a:t>
            </a:r>
            <a:endParaRPr i="1" sz="2200" u="none" cap="none" strike="noStrike">
              <a:solidFill>
                <a:schemeClr val="accent1"/>
              </a:solidFill>
              <a:latin typeface="Century Gothic"/>
              <a:ea typeface="Century Gothic"/>
              <a:cs typeface="Century Gothic"/>
              <a:sym typeface="Century Gothic"/>
            </a:endParaRPr>
          </a:p>
        </p:txBody>
      </p:sp>
      <p:sp>
        <p:nvSpPr>
          <p:cNvPr id="298" name="Google Shape;298;g393321b20aa_0_28"/>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99" name="Google Shape;299;g393321b20aa_0_28"/>
          <p:cNvSpPr txBox="1"/>
          <p:nvPr>
            <p:ph idx="4294967295" type="body"/>
          </p:nvPr>
        </p:nvSpPr>
        <p:spPr>
          <a:xfrm>
            <a:off x="4735475" y="1607325"/>
            <a:ext cx="4100100" cy="192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600"/>
              </a:spcBef>
              <a:spcAft>
                <a:spcPts val="0"/>
              </a:spcAft>
              <a:buNone/>
            </a:pPr>
            <a:r>
              <a:rPr b="1" lang="en-US" sz="1600">
                <a:solidFill>
                  <a:schemeClr val="accent1"/>
                </a:solidFill>
                <a:latin typeface="Century Gothic"/>
                <a:ea typeface="Century Gothic"/>
                <a:cs typeface="Century Gothic"/>
                <a:sym typeface="Century Gothic"/>
              </a:rPr>
              <a:t>Impacto Organizacional</a:t>
            </a:r>
            <a:endParaRPr b="1" sz="1600">
              <a:solidFill>
                <a:schemeClr val="accent1"/>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rPr b="1" lang="en-US" sz="1200">
                <a:solidFill>
                  <a:schemeClr val="dk2"/>
                </a:solidFill>
                <a:latin typeface="Century Gothic"/>
                <a:ea typeface="Century Gothic"/>
                <a:cs typeface="Century Gothic"/>
                <a:sym typeface="Century Gothic"/>
              </a:rPr>
              <a:t>Percepción del equipo operativo (Interno)</a:t>
            </a:r>
            <a:endParaRPr b="1" sz="1200">
              <a:solidFill>
                <a:schemeClr val="dk2"/>
              </a:solidFill>
              <a:latin typeface="Century Gothic"/>
              <a:ea typeface="Century Gothic"/>
              <a:cs typeface="Century Gothic"/>
              <a:sym typeface="Century Gothic"/>
            </a:endParaRPr>
          </a:p>
          <a:p>
            <a:pPr indent="0" lvl="0" marL="0" marR="0" rtl="0" algn="l">
              <a:lnSpc>
                <a:spcPct val="100000"/>
              </a:lnSpc>
              <a:spcBef>
                <a:spcPts val="600"/>
              </a:spcBef>
              <a:spcAft>
                <a:spcPts val="0"/>
              </a:spcAft>
              <a:buNone/>
            </a:pPr>
            <a:r>
              <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Ahorro claro de tiempo + menor estrés operativo</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Ahorro parcial, aún ajustes necesarios</a:t>
            </a:r>
            <a:endParaRPr sz="1200">
              <a:solidFill>
                <a:schemeClr val="dk2"/>
              </a:solidFill>
              <a:latin typeface="Century Gothic"/>
              <a:ea typeface="Century Gothic"/>
              <a:cs typeface="Century Gothic"/>
              <a:sym typeface="Century Gothic"/>
            </a:endParaRPr>
          </a:p>
          <a:p>
            <a:pPr indent="-304800" lvl="0" marL="742950" marR="0" rtl="0" algn="l">
              <a:lnSpc>
                <a:spcPct val="100000"/>
              </a:lnSpc>
              <a:spcBef>
                <a:spcPts val="600"/>
              </a:spcBef>
              <a:spcAft>
                <a:spcPts val="600"/>
              </a:spcAft>
              <a:buClr>
                <a:schemeClr val="accent1"/>
              </a:buClr>
              <a:buSzPts val="1200"/>
              <a:buFont typeface="Century Gothic"/>
              <a:buChar char="➔"/>
            </a:pPr>
            <a:r>
              <a:rPr lang="en-US" sz="1200">
                <a:solidFill>
                  <a:schemeClr val="dk2"/>
                </a:solidFill>
                <a:latin typeface="Century Gothic"/>
                <a:ea typeface="Century Gothic"/>
                <a:cs typeface="Century Gothic"/>
                <a:sym typeface="Century Gothic"/>
              </a:rPr>
              <a:t>🔴: No se percibe mejora real</a:t>
            </a:r>
            <a:endParaRPr sz="1200">
              <a:solidFill>
                <a:schemeClr val="dk2"/>
              </a:solidFill>
              <a:latin typeface="Century Gothic"/>
              <a:ea typeface="Century Gothic"/>
              <a:cs typeface="Century Gothic"/>
              <a:sym typeface="Century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1000"/>
                                        <p:tgtEl>
                                          <p:spTgt spid="29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animEffect filter="fade" transition="in">
                                      <p:cBhvr>
                                        <p:cTn dur="500"/>
                                        <p:tgtEl>
                                          <p:spTgt spid="2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animEffect filter="fade" transition="in">
                                      <p:cBhvr>
                                        <p:cTn dur="500"/>
                                        <p:tgtEl>
                                          <p:spTgt spid="2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animEffect filter="fade" transition="in">
                                      <p:cBhvr>
                                        <p:cTn dur="500"/>
                                        <p:tgtEl>
                                          <p:spTgt spid="2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animEffect filter="fade" transition="in">
                                      <p:cBhvr>
                                        <p:cTn dur="500"/>
                                        <p:tgtEl>
                                          <p:spTgt spid="2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animEffect filter="fade" transition="in">
                                      <p:cBhvr>
                                        <p:cTn dur="500"/>
                                        <p:tgtEl>
                                          <p:spTgt spid="2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animEffect filter="fade" transition="in">
                                      <p:cBhvr>
                                        <p:cTn dur="500"/>
                                        <p:tgtEl>
                                          <p:spTgt spid="2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animEffect filter="fade" transition="in">
                                      <p:cBhvr>
                                        <p:cTn dur="500"/>
                                        <p:tgtEl>
                                          <p:spTgt spid="2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animEffect filter="fade" transition="in">
                                      <p:cBhvr>
                                        <p:cTn dur="500"/>
                                        <p:tgtEl>
                                          <p:spTgt spid="2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animEffect filter="fade" transition="in">
                                      <p:cBhvr>
                                        <p:cTn dur="500"/>
                                        <p:tgtEl>
                                          <p:spTgt spid="29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animEffect filter="fade" transition="in">
                                      <p:cBhvr>
                                        <p:cTn dur="500"/>
                                        <p:tgtEl>
                                          <p:spTgt spid="29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g3a76c59d471_0_2"/>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305" name="Google Shape;305;g3a76c59d471_0_2"/>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 |</a:t>
            </a:r>
            <a:endParaRPr i="1" sz="2200" u="none" cap="none" strike="noStrike">
              <a:solidFill>
                <a:schemeClr val="accent1"/>
              </a:solidFill>
              <a:latin typeface="Century Gothic"/>
              <a:ea typeface="Century Gothic"/>
              <a:cs typeface="Century Gothic"/>
              <a:sym typeface="Century Gothic"/>
            </a:endParaRPr>
          </a:p>
        </p:txBody>
      </p:sp>
      <p:sp>
        <p:nvSpPr>
          <p:cNvPr id="306" name="Google Shape;306;g3a76c59d471_0_2"/>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07" name="Google Shape;307;g3a76c59d471_0_2"/>
          <p:cNvSpPr txBox="1"/>
          <p:nvPr/>
        </p:nvSpPr>
        <p:spPr>
          <a:xfrm>
            <a:off x="814950" y="304350"/>
            <a:ext cx="6323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chemeClr val="accent1"/>
                </a:solidFill>
                <a:latin typeface="Lato"/>
                <a:ea typeface="Lato"/>
                <a:cs typeface="Lato"/>
                <a:sym typeface="Lato"/>
              </a:rPr>
              <a:t>Condiciones de Servicios de </a:t>
            </a:r>
            <a:r>
              <a:rPr b="1" lang="en-US" sz="2200">
                <a:solidFill>
                  <a:schemeClr val="accent1"/>
                </a:solidFill>
                <a:latin typeface="Lato"/>
                <a:ea typeface="Lato"/>
                <a:cs typeface="Lato"/>
                <a:sym typeface="Lato"/>
              </a:rPr>
              <a:t>Agentes de IA</a:t>
            </a:r>
            <a:endParaRPr b="1" i="0" sz="2200" u="none" cap="none" strike="noStrike">
              <a:solidFill>
                <a:schemeClr val="accent1"/>
              </a:solidFill>
              <a:latin typeface="Lato"/>
              <a:ea typeface="Lato"/>
              <a:cs typeface="Lato"/>
              <a:sym typeface="Lato"/>
            </a:endParaRPr>
          </a:p>
        </p:txBody>
      </p:sp>
      <p:graphicFrame>
        <p:nvGraphicFramePr>
          <p:cNvPr id="308" name="Google Shape;308;g3a76c59d471_0_2"/>
          <p:cNvGraphicFramePr/>
          <p:nvPr/>
        </p:nvGraphicFramePr>
        <p:xfrm>
          <a:off x="1282650" y="1060088"/>
          <a:ext cx="3000000" cy="3000000"/>
        </p:xfrm>
        <a:graphic>
          <a:graphicData uri="http://schemas.openxmlformats.org/drawingml/2006/table">
            <a:tbl>
              <a:tblPr>
                <a:noFill/>
                <a:tableStyleId>{0A48DE15-689D-4A5E-B242-09BCBF4B4687}</a:tableStyleId>
              </a:tblPr>
              <a:tblGrid>
                <a:gridCol w="1738975"/>
                <a:gridCol w="5478175"/>
              </a:tblGrid>
              <a:tr h="12326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Precios:</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El precio dispuesto podrá variar tanto por aumento de requerimientos mensuales, así como por aumentos anuales de inflación, situación que se comunicará con antelación para mediar nuevas condiciones. Todos los precios en este documento son en </a:t>
                      </a:r>
                      <a:r>
                        <a:rPr lang="en-US" sz="1100">
                          <a:solidFill>
                            <a:srgbClr val="666666"/>
                          </a:solidFill>
                          <a:latin typeface="Lato"/>
                          <a:ea typeface="Lato"/>
                          <a:cs typeface="Lato"/>
                          <a:sym typeface="Lato"/>
                        </a:rPr>
                        <a:t>pesos colombianos (COP)</a:t>
                      </a:r>
                      <a:r>
                        <a:rPr lang="en-US" sz="1100" u="none" cap="none" strike="noStrike">
                          <a:solidFill>
                            <a:srgbClr val="666666"/>
                          </a:solidFill>
                          <a:latin typeface="Lato"/>
                          <a:ea typeface="Lato"/>
                          <a:cs typeface="Lato"/>
                          <a:sym typeface="Lato"/>
                        </a:rPr>
                        <a:t>. </a:t>
                      </a:r>
                      <a:endParaRPr sz="1100" u="none" cap="none" strike="noStrike">
                        <a:solidFill>
                          <a:srgbClr val="666666"/>
                        </a:solidFill>
                        <a:latin typeface="Lato"/>
                        <a:ea typeface="Lato"/>
                        <a:cs typeface="Lato"/>
                        <a:sym typeface="Lato"/>
                      </a:endParaRPr>
                    </a:p>
                  </a:txBody>
                  <a:tcPr marT="91425" marB="91425" marR="68575" marL="68575"/>
                </a:tc>
              </a:tr>
              <a:tr h="594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Forma de Pago: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l">
                        <a:lnSpc>
                          <a:spcPct val="115000"/>
                        </a:lnSpc>
                        <a:spcBef>
                          <a:spcPts val="0"/>
                        </a:spcBef>
                        <a:spcAft>
                          <a:spcPts val="0"/>
                        </a:spcAft>
                        <a:buClr>
                          <a:srgbClr val="000000"/>
                        </a:buClr>
                        <a:buSzPts val="1100"/>
                        <a:buFont typeface="Arial"/>
                        <a:buNone/>
                      </a:pPr>
                      <a:r>
                        <a:rPr lang="en-US" sz="1100">
                          <a:solidFill>
                            <a:srgbClr val="666666"/>
                          </a:solidFill>
                          <a:latin typeface="Lato"/>
                          <a:ea typeface="Lato"/>
                          <a:cs typeface="Lato"/>
                          <a:sym typeface="Lato"/>
                        </a:rPr>
                        <a:t>M</a:t>
                      </a:r>
                      <a:r>
                        <a:rPr lang="en-US" sz="1100" u="none" cap="none" strike="noStrike">
                          <a:solidFill>
                            <a:srgbClr val="666666"/>
                          </a:solidFill>
                          <a:latin typeface="Lato"/>
                          <a:ea typeface="Lato"/>
                          <a:cs typeface="Lato"/>
                          <a:sym typeface="Lato"/>
                        </a:rPr>
                        <a:t>ensual</a:t>
                      </a:r>
                      <a:r>
                        <a:rPr lang="en-US" sz="1100">
                          <a:solidFill>
                            <a:srgbClr val="666666"/>
                          </a:solidFill>
                          <a:latin typeface="Lato"/>
                          <a:ea typeface="Lato"/>
                          <a:cs typeface="Lato"/>
                          <a:sym typeface="Lato"/>
                        </a:rPr>
                        <a:t> </a:t>
                      </a:r>
                      <a:r>
                        <a:rPr lang="en-US" sz="1100" u="none" cap="none" strike="noStrike">
                          <a:solidFill>
                            <a:srgbClr val="666666"/>
                          </a:solidFill>
                          <a:latin typeface="Lato"/>
                          <a:ea typeface="Lato"/>
                          <a:cs typeface="Lato"/>
                          <a:sym typeface="Lato"/>
                        </a:rPr>
                        <a:t>anticipada.</a:t>
                      </a:r>
                      <a:endParaRPr sz="1100" u="none" cap="none" strike="noStrike">
                        <a:solidFill>
                          <a:srgbClr val="666666"/>
                        </a:solidFill>
                        <a:latin typeface="Lato"/>
                        <a:ea typeface="Lato"/>
                        <a:cs typeface="Lato"/>
                        <a:sym typeface="Lato"/>
                      </a:endParaRPr>
                    </a:p>
                  </a:txBody>
                  <a:tcPr marT="91425" marB="91425" marR="68575" marL="68575"/>
                </a:tc>
              </a:tr>
              <a:tr h="402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Plazo de Contrato: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a:solidFill>
                            <a:srgbClr val="666666"/>
                          </a:solidFill>
                          <a:latin typeface="Lato"/>
                          <a:ea typeface="Lato"/>
                          <a:cs typeface="Lato"/>
                          <a:sym typeface="Lato"/>
                        </a:rPr>
                        <a:t>Trimestral</a:t>
                      </a:r>
                      <a:r>
                        <a:rPr lang="en-US" sz="1100" u="none" cap="none" strike="noStrike">
                          <a:solidFill>
                            <a:srgbClr val="666666"/>
                          </a:solidFill>
                          <a:latin typeface="Lato"/>
                          <a:ea typeface="Lato"/>
                          <a:cs typeface="Lato"/>
                          <a:sym typeface="Lato"/>
                        </a:rPr>
                        <a:t>. El servicio podrá cancelarse con 30 días de antelación, por medio de notificación escrita por correo electrónico. Una vez enviada la notificación, el cliente no queda exonerado del pago de los gastos incurridos hasta la finalización del contrato.</a:t>
                      </a:r>
                      <a:endParaRPr sz="1100" u="none" cap="none" strike="noStrike">
                        <a:solidFill>
                          <a:srgbClr val="666666"/>
                        </a:solidFill>
                        <a:latin typeface="Lato"/>
                        <a:ea typeface="Lato"/>
                        <a:cs typeface="Lato"/>
                        <a:sym typeface="Lato"/>
                      </a:endParaRPr>
                    </a:p>
                  </a:txBody>
                  <a:tcPr marT="91425" marB="91425" marR="68575" marL="68575"/>
                </a:tc>
              </a:tr>
              <a:tr h="3540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Vigencia de oferta:</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15 días a partir de la fecha de este documento.</a:t>
                      </a:r>
                      <a:endParaRPr sz="1100" u="none" cap="none" strike="noStrike">
                        <a:solidFill>
                          <a:srgbClr val="666666"/>
                        </a:solidFill>
                        <a:latin typeface="Lato"/>
                        <a:ea typeface="Lato"/>
                        <a:cs typeface="Lato"/>
                        <a:sym typeface="Lato"/>
                      </a:endParaRPr>
                    </a:p>
                  </a:txBody>
                  <a:tcPr marT="91425" marB="91425" marR="68575" marL="68575"/>
                </a:tc>
              </a:tr>
            </a:tbl>
          </a:graphicData>
        </a:graphic>
      </p:graphicFrame>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g391467adb57_0_0"/>
          <p:cNvSpPr txBox="1"/>
          <p:nvPr/>
        </p:nvSpPr>
        <p:spPr>
          <a:xfrm>
            <a:off x="8927610" y="131063"/>
            <a:ext cx="98400" cy="8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500"/>
              <a:buFont typeface="Arial"/>
              <a:buNone/>
            </a:pPr>
            <a:r>
              <a:rPr b="0" i="0" lang="en-US" sz="500" u="none" cap="none" strike="noStrike">
                <a:solidFill>
                  <a:srgbClr val="CCCCCC"/>
                </a:solidFill>
                <a:latin typeface="Tahoma"/>
                <a:ea typeface="Tahoma"/>
                <a:cs typeface="Tahoma"/>
                <a:sym typeface="Tahoma"/>
              </a:rPr>
              <a:t>15</a:t>
            </a:r>
            <a:endParaRPr b="0" i="0" sz="500" u="none" cap="none" strike="noStrike">
              <a:solidFill>
                <a:srgbClr val="000000"/>
              </a:solidFill>
              <a:latin typeface="Tahoma"/>
              <a:ea typeface="Tahoma"/>
              <a:cs typeface="Tahoma"/>
              <a:sym typeface="Tahoma"/>
            </a:endParaRPr>
          </a:p>
        </p:txBody>
      </p:sp>
      <p:sp>
        <p:nvSpPr>
          <p:cNvPr id="314" name="Google Shape;314;g391467adb57_0_0"/>
          <p:cNvSpPr txBox="1"/>
          <p:nvPr/>
        </p:nvSpPr>
        <p:spPr>
          <a:xfrm>
            <a:off x="2231392" y="4600450"/>
            <a:ext cx="4681200" cy="3516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200"/>
              <a:buFont typeface="Arial"/>
              <a:buNone/>
            </a:pPr>
            <a:r>
              <a:rPr b="1" lang="en-US" sz="2200">
                <a:solidFill>
                  <a:schemeClr val="accent1"/>
                </a:solidFill>
                <a:latin typeface="Century Gothic"/>
                <a:ea typeface="Century Gothic"/>
                <a:cs typeface="Century Gothic"/>
                <a:sym typeface="Century Gothic"/>
              </a:rPr>
              <a:t>Agentes de </a:t>
            </a:r>
            <a:r>
              <a:rPr b="1" i="0" lang="en-US" sz="2200" u="none" cap="none" strike="noStrike">
                <a:solidFill>
                  <a:schemeClr val="accent1"/>
                </a:solidFill>
                <a:latin typeface="Century Gothic"/>
                <a:ea typeface="Century Gothic"/>
                <a:cs typeface="Century Gothic"/>
                <a:sym typeface="Century Gothic"/>
              </a:rPr>
              <a:t>AI |Llamadas</a:t>
            </a:r>
            <a:endParaRPr i="1" sz="2200" u="none" cap="none" strike="noStrike">
              <a:solidFill>
                <a:schemeClr val="accent1"/>
              </a:solidFill>
              <a:latin typeface="Century Gothic"/>
              <a:ea typeface="Century Gothic"/>
              <a:cs typeface="Century Gothic"/>
              <a:sym typeface="Century Gothic"/>
            </a:endParaRPr>
          </a:p>
        </p:txBody>
      </p:sp>
      <p:sp>
        <p:nvSpPr>
          <p:cNvPr id="315" name="Google Shape;315;g391467adb57_0_0"/>
          <p:cNvSpPr txBox="1"/>
          <p:nvPr>
            <p:ph idx="12" type="sldNum"/>
          </p:nvPr>
        </p:nvSpPr>
        <p:spPr>
          <a:xfrm>
            <a:off x="8556784" y="4749851"/>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16" name="Google Shape;316;g391467adb57_0_0"/>
          <p:cNvSpPr txBox="1"/>
          <p:nvPr/>
        </p:nvSpPr>
        <p:spPr>
          <a:xfrm>
            <a:off x="814950" y="304350"/>
            <a:ext cx="6323400" cy="40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200"/>
              <a:buFont typeface="Arial"/>
              <a:buNone/>
            </a:pPr>
            <a:r>
              <a:rPr b="1" lang="en-US" sz="2200">
                <a:solidFill>
                  <a:schemeClr val="accent1"/>
                </a:solidFill>
                <a:latin typeface="Lato"/>
                <a:ea typeface="Lato"/>
                <a:cs typeface="Lato"/>
                <a:sym typeface="Lato"/>
              </a:rPr>
              <a:t>Llamadas salientes con IA</a:t>
            </a:r>
            <a:endParaRPr b="1" i="0" sz="2200" u="none" cap="none" strike="noStrike">
              <a:solidFill>
                <a:schemeClr val="accent1"/>
              </a:solidFill>
              <a:latin typeface="Lato"/>
              <a:ea typeface="Lato"/>
              <a:cs typeface="Lato"/>
              <a:sym typeface="Lato"/>
            </a:endParaRPr>
          </a:p>
        </p:txBody>
      </p:sp>
      <p:graphicFrame>
        <p:nvGraphicFramePr>
          <p:cNvPr id="317" name="Google Shape;317;g391467adb57_0_0"/>
          <p:cNvGraphicFramePr/>
          <p:nvPr/>
        </p:nvGraphicFramePr>
        <p:xfrm>
          <a:off x="1282650" y="1060088"/>
          <a:ext cx="3000000" cy="3000000"/>
        </p:xfrm>
        <a:graphic>
          <a:graphicData uri="http://schemas.openxmlformats.org/drawingml/2006/table">
            <a:tbl>
              <a:tblPr>
                <a:noFill/>
                <a:tableStyleId>{0A48DE15-689D-4A5E-B242-09BCBF4B4687}</a:tableStyleId>
              </a:tblPr>
              <a:tblGrid>
                <a:gridCol w="1738975"/>
                <a:gridCol w="5478175"/>
              </a:tblGrid>
              <a:tr h="12326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Precios:</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El precio dispuesto podrá variar tanto por aumento de requerimientos mensuales, así como por aumentos anuales de inflación, situación que se comunicará con antelación para mediar nuevas condiciones. Todos los precios en este documento son en </a:t>
                      </a:r>
                      <a:r>
                        <a:rPr lang="en-US" sz="1100">
                          <a:solidFill>
                            <a:srgbClr val="666666"/>
                          </a:solidFill>
                          <a:latin typeface="Lato"/>
                          <a:ea typeface="Lato"/>
                          <a:cs typeface="Lato"/>
                          <a:sym typeface="Lato"/>
                        </a:rPr>
                        <a:t>pesos colombianos (COP)</a:t>
                      </a:r>
                      <a:r>
                        <a:rPr lang="en-US" sz="1100" u="none" cap="none" strike="noStrike">
                          <a:solidFill>
                            <a:srgbClr val="666666"/>
                          </a:solidFill>
                          <a:latin typeface="Lato"/>
                          <a:ea typeface="Lato"/>
                          <a:cs typeface="Lato"/>
                          <a:sym typeface="Lato"/>
                        </a:rPr>
                        <a:t>. </a:t>
                      </a:r>
                      <a:endParaRPr sz="1100" u="none" cap="none" strike="noStrike">
                        <a:solidFill>
                          <a:srgbClr val="666666"/>
                        </a:solidFill>
                        <a:latin typeface="Lato"/>
                        <a:ea typeface="Lato"/>
                        <a:cs typeface="Lato"/>
                        <a:sym typeface="Lato"/>
                      </a:endParaRPr>
                    </a:p>
                  </a:txBody>
                  <a:tcPr marT="91425" marB="91425" marR="68575" marL="68575"/>
                </a:tc>
              </a:tr>
              <a:tr h="594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Forma de Pago: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l">
                        <a:lnSpc>
                          <a:spcPct val="115000"/>
                        </a:lnSpc>
                        <a:spcBef>
                          <a:spcPts val="0"/>
                        </a:spcBef>
                        <a:spcAft>
                          <a:spcPts val="0"/>
                        </a:spcAft>
                        <a:buClr>
                          <a:srgbClr val="000000"/>
                        </a:buClr>
                        <a:buSzPts val="1100"/>
                        <a:buFont typeface="Arial"/>
                        <a:buNone/>
                      </a:pPr>
                      <a:r>
                        <a:rPr lang="en-US" sz="1100">
                          <a:solidFill>
                            <a:srgbClr val="666666"/>
                          </a:solidFill>
                          <a:latin typeface="Lato"/>
                          <a:ea typeface="Lato"/>
                          <a:cs typeface="Lato"/>
                          <a:sym typeface="Lato"/>
                        </a:rPr>
                        <a:t>Costo por minuto - modelo “Pay as you go”, donde pagas por lo que uses, llama a tus clientes para ofrecer nuevos productos, recibir opiniones, informar sobre novedades sobre sus pedidos,  y todo lo que tu empresa quiera comunicar.</a:t>
                      </a:r>
                      <a:endParaRPr sz="1100" u="none" cap="none" strike="noStrike">
                        <a:solidFill>
                          <a:srgbClr val="666666"/>
                        </a:solidFill>
                        <a:latin typeface="Lato"/>
                        <a:ea typeface="Lato"/>
                        <a:cs typeface="Lato"/>
                        <a:sym typeface="Lato"/>
                      </a:endParaRPr>
                    </a:p>
                  </a:txBody>
                  <a:tcPr marT="91425" marB="91425" marR="68575" marL="68575"/>
                </a:tc>
              </a:tr>
              <a:tr h="4022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Plazo de Contrato:</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a:solidFill>
                            <a:srgbClr val="666666"/>
                          </a:solidFill>
                          <a:latin typeface="Lato"/>
                          <a:ea typeface="Lato"/>
                          <a:cs typeface="Lato"/>
                          <a:sym typeface="Lato"/>
                        </a:rPr>
                        <a:t>700 pesos el minuto. Incluye IA GPT 5, Transcripción, Grabación de llamada, extracción de información de la llamada, voz realista y humana o clonación de voz si así lo desean (1 sola clonación de voz, voces posteriores a 50.000 la </a:t>
                      </a:r>
                      <a:r>
                        <a:rPr lang="en-US" sz="1100">
                          <a:solidFill>
                            <a:srgbClr val="666666"/>
                          </a:solidFill>
                          <a:latin typeface="Lato"/>
                          <a:ea typeface="Lato"/>
                          <a:cs typeface="Lato"/>
                          <a:sym typeface="Lato"/>
                        </a:rPr>
                        <a:t>modificación</a:t>
                      </a:r>
                      <a:r>
                        <a:rPr lang="en-US" sz="1100">
                          <a:solidFill>
                            <a:srgbClr val="666666"/>
                          </a:solidFill>
                          <a:latin typeface="Lato"/>
                          <a:ea typeface="Lato"/>
                          <a:cs typeface="Lato"/>
                          <a:sym typeface="Lato"/>
                        </a:rPr>
                        <a:t>)</a:t>
                      </a:r>
                      <a:endParaRPr sz="1100" u="none" cap="none" strike="noStrike">
                        <a:solidFill>
                          <a:srgbClr val="666666"/>
                        </a:solidFill>
                        <a:latin typeface="Lato"/>
                        <a:ea typeface="Lato"/>
                        <a:cs typeface="Lato"/>
                        <a:sym typeface="Lato"/>
                      </a:endParaRPr>
                    </a:p>
                  </a:txBody>
                  <a:tcPr marT="91425" marB="91425" marR="68575" marL="68575"/>
                </a:tc>
              </a:tr>
              <a:tr h="35405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chemeClr val="accent1"/>
                          </a:solidFill>
                          <a:latin typeface="Lato"/>
                          <a:ea typeface="Lato"/>
                          <a:cs typeface="Lato"/>
                          <a:sym typeface="Lato"/>
                        </a:rPr>
                        <a:t>Vigencia de oferta:</a:t>
                      </a:r>
                      <a:endParaRPr b="1" sz="1400" u="none" cap="none" strike="noStrike">
                        <a:solidFill>
                          <a:schemeClr val="accent1"/>
                        </a:solidFill>
                        <a:latin typeface="Lato"/>
                        <a:ea typeface="Lato"/>
                        <a:cs typeface="Lato"/>
                        <a:sym typeface="Lato"/>
                      </a:endParaRPr>
                    </a:p>
                  </a:txBody>
                  <a:tcPr marT="91425" marB="91425" marR="68575" marL="68575"/>
                </a:tc>
                <a:tc>
                  <a:txBody>
                    <a:bodyPr/>
                    <a:lstStyle/>
                    <a:p>
                      <a:pPr indent="0" lvl="0" marL="0" marR="0" rtl="0" algn="just">
                        <a:lnSpc>
                          <a:spcPct val="115000"/>
                        </a:lnSpc>
                        <a:spcBef>
                          <a:spcPts val="0"/>
                        </a:spcBef>
                        <a:spcAft>
                          <a:spcPts val="0"/>
                        </a:spcAft>
                        <a:buClr>
                          <a:srgbClr val="000000"/>
                        </a:buClr>
                        <a:buSzPts val="1100"/>
                        <a:buFont typeface="Arial"/>
                        <a:buNone/>
                      </a:pPr>
                      <a:r>
                        <a:rPr lang="en-US" sz="1100" u="none" cap="none" strike="noStrike">
                          <a:solidFill>
                            <a:srgbClr val="666666"/>
                          </a:solidFill>
                          <a:latin typeface="Lato"/>
                          <a:ea typeface="Lato"/>
                          <a:cs typeface="Lato"/>
                          <a:sym typeface="Lato"/>
                        </a:rPr>
                        <a:t>15 días a partir de la fecha de este documento.</a:t>
                      </a:r>
                      <a:endParaRPr sz="1100" u="none" cap="none" strike="noStrike">
                        <a:solidFill>
                          <a:srgbClr val="666666"/>
                        </a:solidFill>
                        <a:latin typeface="Lato"/>
                        <a:ea typeface="Lato"/>
                        <a:cs typeface="Lato"/>
                        <a:sym typeface="Lato"/>
                      </a:endParaRPr>
                    </a:p>
                  </a:txBody>
                  <a:tcPr marT="91425" marB="91425" marR="68575" marL="68575"/>
                </a:tc>
              </a:tr>
            </a:tbl>
          </a:graphicData>
        </a:graphic>
      </p:graphicFrame>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name="Ulysses template">
  <a:themeElements>
    <a:clrScheme name="Innova">
      <a:dk1>
        <a:srgbClr val="000000"/>
      </a:dk1>
      <a:lt1>
        <a:srgbClr val="FFFFFF"/>
      </a:lt1>
      <a:dk2>
        <a:srgbClr val="666666"/>
      </a:dk2>
      <a:lt2>
        <a:srgbClr val="CCCCCC"/>
      </a:lt2>
      <a:accent1>
        <a:srgbClr val="FDBD15"/>
      </a:accent1>
      <a:accent2>
        <a:srgbClr val="FDBD15"/>
      </a:accent2>
      <a:accent3>
        <a:srgbClr val="92929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lysse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Ulysse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